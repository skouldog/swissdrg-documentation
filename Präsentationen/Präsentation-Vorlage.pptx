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1"/>
    <p:restoredTop sz="94668"/>
  </p:normalViewPr>
  <p:slideViewPr>
    <p:cSldViewPr snapToGrid="0">
      <p:cViewPr varScale="1">
        <p:scale>
          <a:sx n="119" d="100"/>
          <a:sy n="119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263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1E689-CB43-9B4F-931A-62EC013F6D22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214ADE-A03C-954A-BF29-128C6BABD4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68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ED4D3F-AA01-BDD6-955B-3DE3BA665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99AD2F-76B8-5EFA-72D8-CFEC7162B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F418FB-D557-7D5C-413E-0A9A24FB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DD31-AFC6-6D4C-8651-BC516282F230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DF6C3A-C464-0B78-6AB0-E00A232A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811ADC-6BC5-F3F8-17B2-FE6C80232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3926-11E5-4B4E-81E5-3ACE94D0E8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680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884BB3-AC08-B308-3E6B-FAC4F5EED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357969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1D9793-CFE5-0BB2-A339-7B6023E96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6151"/>
            <a:ext cx="10515600" cy="39908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C0D65B-CD95-B5D1-D326-578CF40B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DD31-AFC6-6D4C-8651-BC516282F230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E5D710-938D-310C-D8E1-1052F366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D930BD-690B-311B-0284-EBF7F2F70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3926-11E5-4B4E-81E5-3ACE94D0E8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248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8C4A4E-8280-FB10-33C5-6EDB6D111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0484F3-72AA-1B10-88A7-C70ED1E2E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9CB15A-F315-9B3C-63C2-A47A3DD4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DD31-AFC6-6D4C-8651-BC516282F230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E913ED-F581-0901-5446-69F46C4E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B4B241-35BE-B3FE-9F1C-77C7E418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3926-11E5-4B4E-81E5-3ACE94D0E8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7477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F51B47-89E2-5A05-565D-4F9AB7F49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86222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3615C0-0E32-CDD7-099E-151857F86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2262E3-F422-26CF-64B5-301ED3766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ED25E5-E48A-1544-DF07-345C9C93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DD31-AFC6-6D4C-8651-BC516282F230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9CA4A9-5F5C-4CF1-B5BD-DA7EBA736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802DE7-5CF0-3CD8-A31F-BD12EC2C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3926-11E5-4B4E-81E5-3ACE94D0E8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802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296D3F-7787-B167-FE86-E4DE6DF09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18357E-C5B0-3DA5-250D-8179A7F07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7AB8FC-6C91-F0AF-D5C2-493666518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BF44C09-E554-4761-B16E-4F5C4D5E2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C71AD24-AD6E-8760-9889-FE6D2972A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D60C175-8543-9777-817E-AE74D6E59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DD31-AFC6-6D4C-8651-BC516282F230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D48F9F-B293-12FC-09A5-A0600EEA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C6CCBC6-CE72-5ADF-6C5C-B9F49C46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3926-11E5-4B4E-81E5-3ACE94D0E8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483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C22ED-1212-B7C9-FC59-759CB97F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193"/>
            <a:ext cx="10515600" cy="986495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C1BC736-11C8-C5BD-B795-6EA3F965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DD31-AFC6-6D4C-8651-BC516282F230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666A4E-732C-8147-5A22-7B61B0B6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056F2C2-DBFA-A997-50FD-7734EB99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3926-11E5-4B4E-81E5-3ACE94D0E8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02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7A12FEF-B3D9-3168-9BA1-64432712B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DD31-AFC6-6D4C-8651-BC516282F230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19F359-31AE-0B1E-95BF-7DB0C4812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0D16DC-D641-4245-3B3A-E8E4E3AC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3926-11E5-4B4E-81E5-3ACE94D0E8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9740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84396-1A35-F399-52DD-A698AB710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1B3AAE-8C49-D22E-898E-D07D34844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09CCE3-6C6E-70B8-7095-56F72E92D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C817F5-DDC0-02A9-CC57-82513184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DD31-AFC6-6D4C-8651-BC516282F230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EBC321-A5D2-4F2A-3507-345044AA6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25939C-A6CD-66BB-AB73-DBE070E4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3926-11E5-4B4E-81E5-3ACE94D0E8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53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97E615-9177-3BAF-4C89-497C1253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008E0A1-5A3E-DC20-570B-FA9E11B2D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92F85D-2CA7-4985-EE44-60FA0E776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0FDE01-B544-B2EA-BB9E-2C303CAB1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DD31-AFC6-6D4C-8651-BC516282F230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B9EF37-C016-5104-D5E0-A9DCC78C7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6BC3B4-9CB6-790C-74E3-0C6780E1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3926-11E5-4B4E-81E5-3ACE94D0E8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39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4D1FC7-105F-9F1C-6051-4DA3199E0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19C108E-C6D4-9EA2-D7DE-4C1A4C60C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E00E14-3AF2-3AEA-6F3B-DE6D5E94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DD31-AFC6-6D4C-8651-BC516282F230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87F6C5-6160-44D6-4122-170234D9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3D574E-07AC-6091-A664-B3412841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3926-11E5-4B4E-81E5-3ACE94D0E8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221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D8F7668-706D-6066-9949-568152981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4BFE744-78CA-0C86-0B30-8D7D30F9A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33969D-4E04-C3DD-447A-7644CD28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5DD31-AFC6-6D4C-8651-BC516282F230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621D63-64A5-8315-D21C-6B4933F38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A6E7E4-C9C3-857B-0954-1EB8CF899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3926-11E5-4B4E-81E5-3ACE94D0E8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51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E9BE877-AF8D-6BB2-AF45-ABD8AE2DE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0231C-4668-731F-FC8D-019864D4C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8E80D7-B869-74C8-284F-E5716BA92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15DD31-AFC6-6D4C-8651-BC516282F230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6EC8CB-20C3-1FFE-580E-BD78D738F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28196A-632D-DC0E-6CF2-E41B144A8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F3926-11E5-4B4E-81E5-3ACE94D0E8E1}" type="slidenum">
              <a:rPr lang="de-DE" smtClean="0"/>
              <a:t>‹Nr.›</a:t>
            </a:fld>
            <a:endParaRPr lang="de-DE"/>
          </a:p>
        </p:txBody>
      </p:sp>
      <p:grpSp>
        <p:nvGrpSpPr>
          <p:cNvPr id="7" name="Group 51">
            <a:extLst>
              <a:ext uri="{FF2B5EF4-FFF2-40B4-BE49-F238E27FC236}">
                <a16:creationId xmlns:a16="http://schemas.microsoft.com/office/drawing/2014/main" id="{E56E7D19-B056-4AF7-0471-476BFBF9237F}"/>
              </a:ext>
            </a:extLst>
          </p:cNvPr>
          <p:cNvGrpSpPr/>
          <p:nvPr userDrawn="1"/>
        </p:nvGrpSpPr>
        <p:grpSpPr>
          <a:xfrm>
            <a:off x="1" y="0"/>
            <a:ext cx="12192000" cy="720822"/>
            <a:chOff x="0" y="0"/>
            <a:chExt cx="12249509" cy="720822"/>
          </a:xfrm>
        </p:grpSpPr>
        <p:pic>
          <p:nvPicPr>
            <p:cNvPr id="8" name="Picture 4" descr="SWIss DRG&#10;&#10;AI-generated content may be incorrect.">
              <a:extLst>
                <a:ext uri="{FF2B5EF4-FFF2-40B4-BE49-F238E27FC236}">
                  <a16:creationId xmlns:a16="http://schemas.microsoft.com/office/drawing/2014/main" id="{2221063B-3F74-D307-A530-454B3D47B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0"/>
              <a:ext cx="3657600" cy="720822"/>
            </a:xfrm>
            <a:prstGeom prst="rect">
              <a:avLst/>
            </a:prstGeom>
          </p:spPr>
        </p:pic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F68FA35E-F004-AB40-A12E-E2E1DD60435D}"/>
                </a:ext>
              </a:extLst>
            </p:cNvPr>
            <p:cNvSpPr/>
            <p:nvPr/>
          </p:nvSpPr>
          <p:spPr>
            <a:xfrm>
              <a:off x="3657600" y="0"/>
              <a:ext cx="8591909" cy="720822"/>
            </a:xfrm>
            <a:prstGeom prst="rect">
              <a:avLst/>
            </a:prstGeom>
            <a:solidFill>
              <a:srgbClr val="23B7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Freeform: Shape 31">
              <a:extLst>
                <a:ext uri="{FF2B5EF4-FFF2-40B4-BE49-F238E27FC236}">
                  <a16:creationId xmlns:a16="http://schemas.microsoft.com/office/drawing/2014/main" id="{D259CB88-5B6C-937F-9B93-89508F5CFD08}"/>
                </a:ext>
              </a:extLst>
            </p:cNvPr>
            <p:cNvSpPr/>
            <p:nvPr/>
          </p:nvSpPr>
          <p:spPr>
            <a:xfrm>
              <a:off x="11375366" y="276125"/>
              <a:ext cx="315636" cy="243028"/>
            </a:xfrm>
            <a:custGeom>
              <a:avLst/>
              <a:gdLst>
                <a:gd name="csX0" fmla="*/ 74027 w 138371"/>
                <a:gd name="csY0" fmla="*/ 88156 h 114621"/>
                <a:gd name="csX1" fmla="*/ 28733 w 138371"/>
                <a:gd name="csY1" fmla="*/ 114676 h 114621"/>
                <a:gd name="csX2" fmla="*/ 4143 w 138371"/>
                <a:gd name="csY2" fmla="*/ 94776 h 114621"/>
                <a:gd name="csX3" fmla="*/ 7733 w 138371"/>
                <a:gd name="csY3" fmla="*/ 73231 h 114621"/>
                <a:gd name="csX4" fmla="*/ 21814 w 138371"/>
                <a:gd name="csY4" fmla="*/ 8056 h 114621"/>
                <a:gd name="csX5" fmla="*/ 9 w 138371"/>
                <a:gd name="csY5" fmla="*/ 8056 h 114621"/>
                <a:gd name="csX6" fmla="*/ 1935 w 138371"/>
                <a:gd name="csY6" fmla="*/ 1161 h 114621"/>
                <a:gd name="csX7" fmla="*/ 27351 w 138371"/>
                <a:gd name="csY7" fmla="*/ 1161 h 114621"/>
                <a:gd name="csX8" fmla="*/ 52745 w 138371"/>
                <a:gd name="csY8" fmla="*/ 54 h 114621"/>
                <a:gd name="csX9" fmla="*/ 35916 w 138371"/>
                <a:gd name="csY9" fmla="*/ 71586 h 114621"/>
                <a:gd name="csX10" fmla="*/ 31763 w 138371"/>
                <a:gd name="csY10" fmla="*/ 94513 h 114621"/>
                <a:gd name="csX11" fmla="*/ 43636 w 138371"/>
                <a:gd name="csY11" fmla="*/ 103341 h 114621"/>
                <a:gd name="csX12" fmla="*/ 58002 w 138371"/>
                <a:gd name="csY12" fmla="*/ 97262 h 114621"/>
                <a:gd name="csX13" fmla="*/ 79543 w 138371"/>
                <a:gd name="csY13" fmla="*/ 60251 h 114621"/>
                <a:gd name="csX14" fmla="*/ 93630 w 138371"/>
                <a:gd name="csY14" fmla="*/ 1161 h 114621"/>
                <a:gd name="csX15" fmla="*/ 122352 w 138371"/>
                <a:gd name="csY15" fmla="*/ 1161 h 114621"/>
                <a:gd name="csX16" fmla="*/ 103856 w 138371"/>
                <a:gd name="csY16" fmla="*/ 82074 h 114621"/>
                <a:gd name="csX17" fmla="*/ 101088 w 138371"/>
                <a:gd name="csY17" fmla="*/ 98644 h 114621"/>
                <a:gd name="csX18" fmla="*/ 106601 w 138371"/>
                <a:gd name="csY18" fmla="*/ 103078 h 114621"/>
                <a:gd name="csX19" fmla="*/ 132301 w 138371"/>
                <a:gd name="csY19" fmla="*/ 72127 h 114621"/>
                <a:gd name="csX20" fmla="*/ 138380 w 138371"/>
                <a:gd name="csY20" fmla="*/ 75457 h 114621"/>
                <a:gd name="csX21" fmla="*/ 94725 w 138371"/>
                <a:gd name="csY21" fmla="*/ 114676 h 114621"/>
                <a:gd name="csX22" fmla="*/ 74027 w 138371"/>
                <a:gd name="csY22" fmla="*/ 88156 h 114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8371" h="114621">
                  <a:moveTo>
                    <a:pt x="74027" y="88156"/>
                  </a:moveTo>
                  <a:cubicBezTo>
                    <a:pt x="62154" y="103078"/>
                    <a:pt x="48055" y="114676"/>
                    <a:pt x="28733" y="114676"/>
                  </a:cubicBezTo>
                  <a:cubicBezTo>
                    <a:pt x="15738" y="114676"/>
                    <a:pt x="4143" y="110260"/>
                    <a:pt x="4143" y="94776"/>
                  </a:cubicBezTo>
                  <a:cubicBezTo>
                    <a:pt x="4143" y="90920"/>
                    <a:pt x="5806" y="82074"/>
                    <a:pt x="7733" y="73231"/>
                  </a:cubicBezTo>
                  <a:cubicBezTo>
                    <a:pt x="7733" y="73231"/>
                    <a:pt x="21814" y="8056"/>
                    <a:pt x="21814" y="8056"/>
                  </a:cubicBezTo>
                  <a:cubicBezTo>
                    <a:pt x="21814" y="8056"/>
                    <a:pt x="9" y="8056"/>
                    <a:pt x="9" y="8056"/>
                  </a:cubicBezTo>
                  <a:cubicBezTo>
                    <a:pt x="9" y="8056"/>
                    <a:pt x="1935" y="1161"/>
                    <a:pt x="1935" y="1161"/>
                  </a:cubicBezTo>
                  <a:cubicBezTo>
                    <a:pt x="1935" y="1161"/>
                    <a:pt x="27351" y="1161"/>
                    <a:pt x="27351" y="1161"/>
                  </a:cubicBezTo>
                  <a:cubicBezTo>
                    <a:pt x="35916" y="1161"/>
                    <a:pt x="44199" y="54"/>
                    <a:pt x="52745" y="54"/>
                  </a:cubicBezTo>
                  <a:cubicBezTo>
                    <a:pt x="52745" y="54"/>
                    <a:pt x="35916" y="71586"/>
                    <a:pt x="35916" y="71586"/>
                  </a:cubicBezTo>
                  <a:cubicBezTo>
                    <a:pt x="33690" y="81533"/>
                    <a:pt x="31763" y="90920"/>
                    <a:pt x="31763" y="94513"/>
                  </a:cubicBezTo>
                  <a:cubicBezTo>
                    <a:pt x="31763" y="101692"/>
                    <a:pt x="38124" y="103341"/>
                    <a:pt x="43636" y="103341"/>
                  </a:cubicBezTo>
                  <a:cubicBezTo>
                    <a:pt x="48333" y="103341"/>
                    <a:pt x="54134" y="99751"/>
                    <a:pt x="58002" y="97262"/>
                  </a:cubicBezTo>
                  <a:cubicBezTo>
                    <a:pt x="70438" y="89253"/>
                    <a:pt x="76232" y="74072"/>
                    <a:pt x="79543" y="60251"/>
                  </a:cubicBezTo>
                  <a:cubicBezTo>
                    <a:pt x="79543" y="60251"/>
                    <a:pt x="93630" y="1161"/>
                    <a:pt x="93630" y="1161"/>
                  </a:cubicBezTo>
                  <a:cubicBezTo>
                    <a:pt x="93630" y="1161"/>
                    <a:pt x="122352" y="1161"/>
                    <a:pt x="122352" y="1161"/>
                  </a:cubicBezTo>
                  <a:cubicBezTo>
                    <a:pt x="122352" y="1161"/>
                    <a:pt x="103856" y="82074"/>
                    <a:pt x="103856" y="82074"/>
                  </a:cubicBezTo>
                  <a:cubicBezTo>
                    <a:pt x="101914" y="90360"/>
                    <a:pt x="100807" y="96718"/>
                    <a:pt x="101088" y="98644"/>
                  </a:cubicBezTo>
                  <a:cubicBezTo>
                    <a:pt x="101373" y="101414"/>
                    <a:pt x="104140" y="103078"/>
                    <a:pt x="106601" y="103078"/>
                  </a:cubicBezTo>
                  <a:cubicBezTo>
                    <a:pt x="116557" y="103078"/>
                    <a:pt x="128709" y="80148"/>
                    <a:pt x="132301" y="72127"/>
                  </a:cubicBezTo>
                  <a:cubicBezTo>
                    <a:pt x="132301" y="72127"/>
                    <a:pt x="138380" y="75457"/>
                    <a:pt x="138380" y="75457"/>
                  </a:cubicBezTo>
                  <a:cubicBezTo>
                    <a:pt x="131201" y="93950"/>
                    <a:pt x="116016" y="114676"/>
                    <a:pt x="94725" y="114676"/>
                  </a:cubicBezTo>
                  <a:cubicBezTo>
                    <a:pt x="78161" y="114676"/>
                    <a:pt x="73749" y="104185"/>
                    <a:pt x="74027" y="88156"/>
                  </a:cubicBezTo>
                </a:path>
              </a:pathLst>
            </a:custGeom>
            <a:solidFill>
              <a:srgbClr val="161413"/>
            </a:solidFill>
            <a:ln w="3143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Freeform: Shape 32">
              <a:extLst>
                <a:ext uri="{FF2B5EF4-FFF2-40B4-BE49-F238E27FC236}">
                  <a16:creationId xmlns:a16="http://schemas.microsoft.com/office/drawing/2014/main" id="{7E2941F4-9066-10D0-27B5-556A8FCE3E8A}"/>
                </a:ext>
              </a:extLst>
            </p:cNvPr>
            <p:cNvSpPr/>
            <p:nvPr/>
          </p:nvSpPr>
          <p:spPr>
            <a:xfrm>
              <a:off x="11710898" y="111909"/>
              <a:ext cx="99163" cy="156002"/>
            </a:xfrm>
            <a:custGeom>
              <a:avLst/>
              <a:gdLst>
                <a:gd name="csX0" fmla="*/ 55 w 43472"/>
                <a:gd name="csY0" fmla="*/ 72867 h 73576"/>
                <a:gd name="csX1" fmla="*/ 9913 w 43472"/>
                <a:gd name="csY1" fmla="*/ 29 h 73576"/>
                <a:gd name="csX2" fmla="*/ 19096 w 43472"/>
                <a:gd name="csY2" fmla="*/ 29 h 73576"/>
                <a:gd name="csX3" fmla="*/ 15082 w 43472"/>
                <a:gd name="csY3" fmla="*/ 28253 h 73576"/>
                <a:gd name="csX4" fmla="*/ 15280 w 43472"/>
                <a:gd name="csY4" fmla="*/ 28450 h 73576"/>
                <a:gd name="csX5" fmla="*/ 26820 w 43472"/>
                <a:gd name="csY5" fmla="*/ 23179 h 73576"/>
                <a:gd name="csX6" fmla="*/ 43528 w 43472"/>
                <a:gd name="csY6" fmla="*/ 44841 h 73576"/>
                <a:gd name="csX7" fmla="*/ 12637 w 43472"/>
                <a:gd name="csY7" fmla="*/ 73606 h 73576"/>
                <a:gd name="csX8" fmla="*/ 55 w 43472"/>
                <a:gd name="csY8" fmla="*/ 72867 h 73576"/>
                <a:gd name="csX9" fmla="*/ 13920 w 43472"/>
                <a:gd name="csY9" fmla="*/ 37022 h 73576"/>
                <a:gd name="csX10" fmla="*/ 9789 w 43472"/>
                <a:gd name="csY10" fmla="*/ 66203 h 73576"/>
                <a:gd name="csX11" fmla="*/ 14764 w 43472"/>
                <a:gd name="csY11" fmla="*/ 66203 h 73576"/>
                <a:gd name="csX12" fmla="*/ 34317 w 43472"/>
                <a:gd name="csY12" fmla="*/ 44643 h 73576"/>
                <a:gd name="csX13" fmla="*/ 24074 w 43472"/>
                <a:gd name="csY13" fmla="*/ 31001 h 73576"/>
                <a:gd name="csX14" fmla="*/ 13920 w 43472"/>
                <a:gd name="csY14" fmla="*/ 37022 h 735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3472" h="73576">
                  <a:moveTo>
                    <a:pt x="55" y="72867"/>
                  </a:moveTo>
                  <a:cubicBezTo>
                    <a:pt x="55" y="72867"/>
                    <a:pt x="9913" y="29"/>
                    <a:pt x="9913" y="29"/>
                  </a:cubicBezTo>
                  <a:cubicBezTo>
                    <a:pt x="9913" y="29"/>
                    <a:pt x="19096" y="29"/>
                    <a:pt x="19096" y="29"/>
                  </a:cubicBezTo>
                  <a:cubicBezTo>
                    <a:pt x="19096" y="29"/>
                    <a:pt x="15082" y="28253"/>
                    <a:pt x="15082" y="28253"/>
                  </a:cubicBezTo>
                  <a:cubicBezTo>
                    <a:pt x="15082" y="28253"/>
                    <a:pt x="15280" y="28450"/>
                    <a:pt x="15280" y="28450"/>
                  </a:cubicBezTo>
                  <a:cubicBezTo>
                    <a:pt x="19195" y="24542"/>
                    <a:pt x="22364" y="23179"/>
                    <a:pt x="26820" y="23179"/>
                  </a:cubicBezTo>
                  <a:cubicBezTo>
                    <a:pt x="36745" y="23179"/>
                    <a:pt x="43528" y="32062"/>
                    <a:pt x="43528" y="44841"/>
                  </a:cubicBezTo>
                  <a:cubicBezTo>
                    <a:pt x="43528" y="57540"/>
                    <a:pt x="36547" y="73606"/>
                    <a:pt x="12637" y="73606"/>
                  </a:cubicBezTo>
                  <a:cubicBezTo>
                    <a:pt x="8104" y="73606"/>
                    <a:pt x="2811" y="73287"/>
                    <a:pt x="55" y="72867"/>
                  </a:cubicBezTo>
                  <a:close/>
                  <a:moveTo>
                    <a:pt x="13920" y="37022"/>
                  </a:moveTo>
                  <a:cubicBezTo>
                    <a:pt x="13920" y="37022"/>
                    <a:pt x="9789" y="66203"/>
                    <a:pt x="9789" y="66203"/>
                  </a:cubicBezTo>
                  <a:cubicBezTo>
                    <a:pt x="9789" y="66203"/>
                    <a:pt x="14764" y="66203"/>
                    <a:pt x="14764" y="66203"/>
                  </a:cubicBezTo>
                  <a:cubicBezTo>
                    <a:pt x="27243" y="66203"/>
                    <a:pt x="34317" y="57441"/>
                    <a:pt x="34317" y="44643"/>
                  </a:cubicBezTo>
                  <a:cubicBezTo>
                    <a:pt x="34317" y="35973"/>
                    <a:pt x="30412" y="31001"/>
                    <a:pt x="24074" y="31001"/>
                  </a:cubicBezTo>
                  <a:cubicBezTo>
                    <a:pt x="21102" y="31001"/>
                    <a:pt x="14541" y="33008"/>
                    <a:pt x="13920" y="37022"/>
                  </a:cubicBezTo>
                </a:path>
              </a:pathLst>
            </a:custGeom>
            <a:solidFill>
              <a:srgbClr val="161413"/>
            </a:solidFill>
            <a:ln w="3143" cap="flat">
              <a:noFill/>
              <a:prstDash val="solid"/>
              <a:miter/>
            </a:ln>
          </p:spPr>
          <p:txBody>
            <a:bodyPr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63388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FFC79-EAFB-6E44-5491-EEB89756F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977860-6BF0-85D1-DF1B-FBC40D8FC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5837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Clausen, Birk (STUDENTS)</dc:creator>
  <cp:lastModifiedBy>Clausen, Birk (STUDENTS)</cp:lastModifiedBy>
  <cp:revision>3</cp:revision>
  <dcterms:created xsi:type="dcterms:W3CDTF">2026-04-17T17:48:07Z</dcterms:created>
  <dcterms:modified xsi:type="dcterms:W3CDTF">2026-04-17T17:58:12Z</dcterms:modified>
</cp:coreProperties>
</file>