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61" r:id="rId3"/>
    <p:sldId id="262" r:id="rId4"/>
    <p:sldId id="259" r:id="rId5"/>
    <p:sldId id="260" r:id="rId6"/>
    <p:sldId id="264" r:id="rId7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B7DF"/>
    <a:srgbClr val="00FF00"/>
    <a:srgbClr val="DCC941"/>
    <a:srgbClr val="D4BB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4F2208-3EE1-4225-BD6D-78FE5D1BA3A3}" v="111" dt="2026-03-04T10:21:22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71" d="100"/>
          <a:sy n="71" d="100"/>
        </p:scale>
        <p:origin x="852" y="1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a Kälin" userId="43c2556be595b2a8" providerId="LiveId" clId="{B358BC4C-3D2D-4A1D-ABE1-7DD9172BFDE4}"/>
    <pc:docChg chg="undo custSel addSld delSld modSld">
      <pc:chgData name="Elia Kälin" userId="43c2556be595b2a8" providerId="LiveId" clId="{B358BC4C-3D2D-4A1D-ABE1-7DD9172BFDE4}" dt="2026-03-04T12:03:48.897" v="361" actId="20577"/>
      <pc:docMkLst>
        <pc:docMk/>
      </pc:docMkLst>
      <pc:sldChg chg="addSp modSp mod">
        <pc:chgData name="Elia Kälin" userId="43c2556be595b2a8" providerId="LiveId" clId="{B358BC4C-3D2D-4A1D-ABE1-7DD9172BFDE4}" dt="2026-03-04T09:03:10.369" v="231" actId="1582"/>
        <pc:sldMkLst>
          <pc:docMk/>
          <pc:sldMk cId="3031071019" sldId="256"/>
        </pc:sldMkLst>
        <pc:spChg chg="add mod">
          <ac:chgData name="Elia Kälin" userId="43c2556be595b2a8" providerId="LiveId" clId="{B358BC4C-3D2D-4A1D-ABE1-7DD9172BFDE4}" dt="2026-03-04T09:03:10.369" v="231" actId="1582"/>
          <ac:spMkLst>
            <pc:docMk/>
            <pc:sldMk cId="3031071019" sldId="256"/>
            <ac:spMk id="5" creationId="{66CA8986-7B95-09D7-5F63-F476C8E13CAE}"/>
          </ac:spMkLst>
        </pc:spChg>
        <pc:picChg chg="add mod">
          <ac:chgData name="Elia Kälin" userId="43c2556be595b2a8" providerId="LiveId" clId="{B358BC4C-3D2D-4A1D-ABE1-7DD9172BFDE4}" dt="2026-03-04T08:23:38.231" v="107" actId="14100"/>
          <ac:picMkLst>
            <pc:docMk/>
            <pc:sldMk cId="3031071019" sldId="256"/>
            <ac:picMk id="4" creationId="{A257569F-35C1-DD31-1E0E-212F2702B13F}"/>
          </ac:picMkLst>
        </pc:picChg>
        <pc:picChg chg="add mod">
          <ac:chgData name="Elia Kälin" userId="43c2556be595b2a8" providerId="LiveId" clId="{B358BC4C-3D2D-4A1D-ABE1-7DD9172BFDE4}" dt="2026-03-04T08:23:32.501" v="105" actId="14100"/>
          <ac:picMkLst>
            <pc:docMk/>
            <pc:sldMk cId="3031071019" sldId="256"/>
            <ac:picMk id="1026" creationId="{58B6DD9E-3184-7C96-F975-BCB1DB85F3E9}"/>
          </ac:picMkLst>
        </pc:picChg>
      </pc:sldChg>
      <pc:sldChg chg="modSp mod modNotesTx">
        <pc:chgData name="Elia Kälin" userId="43c2556be595b2a8" providerId="LiveId" clId="{B358BC4C-3D2D-4A1D-ABE1-7DD9172BFDE4}" dt="2026-03-04T12:03:48.897" v="361" actId="20577"/>
        <pc:sldMkLst>
          <pc:docMk/>
          <pc:sldMk cId="721416737" sldId="259"/>
        </pc:sldMkLst>
        <pc:spChg chg="mod">
          <ac:chgData name="Elia Kälin" userId="43c2556be595b2a8" providerId="LiveId" clId="{B358BC4C-3D2D-4A1D-ABE1-7DD9172BFDE4}" dt="2026-03-04T09:03:57.714" v="238" actId="113"/>
          <ac:spMkLst>
            <pc:docMk/>
            <pc:sldMk cId="721416737" sldId="259"/>
            <ac:spMk id="3" creationId="{2618CF51-B53D-056D-263F-8CAF09FAAD7E}"/>
          </ac:spMkLst>
        </pc:spChg>
      </pc:sldChg>
      <pc:sldChg chg="addSp delSp modSp mod">
        <pc:chgData name="Elia Kälin" userId="43c2556be595b2a8" providerId="LiveId" clId="{B358BC4C-3D2D-4A1D-ABE1-7DD9172BFDE4}" dt="2026-03-04T10:21:22.220" v="293" actId="14100"/>
        <pc:sldMkLst>
          <pc:docMk/>
          <pc:sldMk cId="2106164372" sldId="260"/>
        </pc:sldMkLst>
        <pc:spChg chg="mod">
          <ac:chgData name="Elia Kälin" userId="43c2556be595b2a8" providerId="LiveId" clId="{B358BC4C-3D2D-4A1D-ABE1-7DD9172BFDE4}" dt="2026-03-04T10:21:18.429" v="291" actId="14100"/>
          <ac:spMkLst>
            <pc:docMk/>
            <pc:sldMk cId="2106164372" sldId="260"/>
            <ac:spMk id="3" creationId="{1D8D69FD-2D75-8512-18B8-191B61C03052}"/>
          </ac:spMkLst>
        </pc:spChg>
        <pc:picChg chg="add mod">
          <ac:chgData name="Elia Kälin" userId="43c2556be595b2a8" providerId="LiveId" clId="{B358BC4C-3D2D-4A1D-ABE1-7DD9172BFDE4}" dt="2026-03-04T10:21:22.220" v="293" actId="14100"/>
          <ac:picMkLst>
            <pc:docMk/>
            <pc:sldMk cId="2106164372" sldId="260"/>
            <ac:picMk id="4098" creationId="{BC51BFE1-2740-6A2E-EE29-715C0928F7DF}"/>
          </ac:picMkLst>
        </pc:picChg>
        <pc:picChg chg="del mod">
          <ac:chgData name="Elia Kälin" userId="43c2556be595b2a8" providerId="LiveId" clId="{B358BC4C-3D2D-4A1D-ABE1-7DD9172BFDE4}" dt="2026-03-04T10:00:40.152" v="286" actId="478"/>
          <ac:picMkLst>
            <pc:docMk/>
            <pc:sldMk cId="2106164372" sldId="260"/>
            <ac:picMk id="5122" creationId="{9AE90F88-9E81-4F81-6C59-EE2E5120F8B4}"/>
          </ac:picMkLst>
        </pc:picChg>
      </pc:sldChg>
      <pc:sldChg chg="modSp mod">
        <pc:chgData name="Elia Kälin" userId="43c2556be595b2a8" providerId="LiveId" clId="{B358BC4C-3D2D-4A1D-ABE1-7DD9172BFDE4}" dt="2026-03-04T11:51:35.952" v="298" actId="20577"/>
        <pc:sldMkLst>
          <pc:docMk/>
          <pc:sldMk cId="2522592630" sldId="261"/>
        </pc:sldMkLst>
        <pc:spChg chg="mod">
          <ac:chgData name="Elia Kälin" userId="43c2556be595b2a8" providerId="LiveId" clId="{B358BC4C-3D2D-4A1D-ABE1-7DD9172BFDE4}" dt="2026-03-04T09:22:42.695" v="277" actId="1582"/>
          <ac:spMkLst>
            <pc:docMk/>
            <pc:sldMk cId="2522592630" sldId="261"/>
            <ac:spMk id="2" creationId="{EE84A067-817F-E863-1150-58F436E59325}"/>
          </ac:spMkLst>
        </pc:spChg>
        <pc:spChg chg="mod">
          <ac:chgData name="Elia Kälin" userId="43c2556be595b2a8" providerId="LiveId" clId="{B358BC4C-3D2D-4A1D-ABE1-7DD9172BFDE4}" dt="2026-03-04T11:51:35.952" v="298" actId="20577"/>
          <ac:spMkLst>
            <pc:docMk/>
            <pc:sldMk cId="2522592630" sldId="261"/>
            <ac:spMk id="3" creationId="{EC8AAEC8-CB06-20B5-70F4-6ED5588DCB33}"/>
          </ac:spMkLst>
        </pc:spChg>
        <pc:picChg chg="mod">
          <ac:chgData name="Elia Kälin" userId="43c2556be595b2a8" providerId="LiveId" clId="{B358BC4C-3D2D-4A1D-ABE1-7DD9172BFDE4}" dt="2026-03-04T09:02:13.353" v="224" actId="1076"/>
          <ac:picMkLst>
            <pc:docMk/>
            <pc:sldMk cId="2522592630" sldId="261"/>
            <ac:picMk id="2050" creationId="{AE02DC16-4E1E-2B9F-D63F-C0347504A8F7}"/>
          </ac:picMkLst>
        </pc:picChg>
      </pc:sldChg>
      <pc:sldChg chg="addSp delSp modSp mod">
        <pc:chgData name="Elia Kälin" userId="43c2556be595b2a8" providerId="LiveId" clId="{B358BC4C-3D2D-4A1D-ABE1-7DD9172BFDE4}" dt="2026-03-04T10:21:10.438" v="290" actId="478"/>
        <pc:sldMkLst>
          <pc:docMk/>
          <pc:sldMk cId="4093669734" sldId="262"/>
        </pc:sldMkLst>
        <pc:spChg chg="mod">
          <ac:chgData name="Elia Kälin" userId="43c2556be595b2a8" providerId="LiveId" clId="{B358BC4C-3D2D-4A1D-ABE1-7DD9172BFDE4}" dt="2026-03-04T09:03:21.602" v="235" actId="27636"/>
          <ac:spMkLst>
            <pc:docMk/>
            <pc:sldMk cId="4093669734" sldId="262"/>
            <ac:spMk id="3" creationId="{596A314E-6822-9C34-C1B6-FA8F6033BDD8}"/>
          </ac:spMkLst>
        </pc:spChg>
        <pc:picChg chg="del mod">
          <ac:chgData name="Elia Kälin" userId="43c2556be595b2a8" providerId="LiveId" clId="{B358BC4C-3D2D-4A1D-ABE1-7DD9172BFDE4}" dt="2026-03-04T10:01:10.682" v="287" actId="478"/>
          <ac:picMkLst>
            <pc:docMk/>
            <pc:sldMk cId="4093669734" sldId="262"/>
            <ac:picMk id="5" creationId="{BB9878A3-4149-8BA9-0FB3-252803A2BE7F}"/>
          </ac:picMkLst>
        </pc:picChg>
        <pc:picChg chg="add del mod">
          <ac:chgData name="Elia Kälin" userId="43c2556be595b2a8" providerId="LiveId" clId="{B358BC4C-3D2D-4A1D-ABE1-7DD9172BFDE4}" dt="2026-03-04T09:48:46.248" v="281" actId="478"/>
          <ac:picMkLst>
            <pc:docMk/>
            <pc:sldMk cId="4093669734" sldId="262"/>
            <ac:picMk id="6146" creationId="{FFF3C775-7E4F-D215-6043-A7B4C7516D2F}"/>
          </ac:picMkLst>
        </pc:picChg>
        <pc:picChg chg="add del mod">
          <ac:chgData name="Elia Kälin" userId="43c2556be595b2a8" providerId="LiveId" clId="{B358BC4C-3D2D-4A1D-ABE1-7DD9172BFDE4}" dt="2026-03-04T10:21:10.438" v="290" actId="478"/>
          <ac:picMkLst>
            <pc:docMk/>
            <pc:sldMk cId="4093669734" sldId="262"/>
            <ac:picMk id="6148" creationId="{4C57A9FD-B908-82DC-8D8C-DD5465F21CF6}"/>
          </ac:picMkLst>
        </pc:picChg>
      </pc:sldChg>
      <pc:sldChg chg="addSp modSp new del mod">
        <pc:chgData name="Elia Kälin" userId="43c2556be595b2a8" providerId="LiveId" clId="{B358BC4C-3D2D-4A1D-ABE1-7DD9172BFDE4}" dt="2026-03-04T09:08:06.497" v="275" actId="47"/>
        <pc:sldMkLst>
          <pc:docMk/>
          <pc:sldMk cId="1403946611" sldId="263"/>
        </pc:sldMkLst>
        <pc:spChg chg="add mod">
          <ac:chgData name="Elia Kälin" userId="43c2556be595b2a8" providerId="LiveId" clId="{B358BC4C-3D2D-4A1D-ABE1-7DD9172BFDE4}" dt="2026-03-04T08:52:31.196" v="122"/>
          <ac:spMkLst>
            <pc:docMk/>
            <pc:sldMk cId="1403946611" sldId="263"/>
            <ac:spMk id="4" creationId="{F2D0B272-7F3E-DDEC-274F-4A9556ECA44A}"/>
          </ac:spMkLst>
        </pc:spChg>
        <pc:spChg chg="add mod">
          <ac:chgData name="Elia Kälin" userId="43c2556be595b2a8" providerId="LiveId" clId="{B358BC4C-3D2D-4A1D-ABE1-7DD9172BFDE4}" dt="2026-03-04T08:53:26.985" v="163" actId="14100"/>
          <ac:spMkLst>
            <pc:docMk/>
            <pc:sldMk cId="1403946611" sldId="263"/>
            <ac:spMk id="5" creationId="{AE0C86B6-42E4-B8F4-F318-86546837262A}"/>
          </ac:spMkLst>
        </pc:spChg>
        <pc:spChg chg="add mod">
          <ac:chgData name="Elia Kälin" userId="43c2556be595b2a8" providerId="LiveId" clId="{B358BC4C-3D2D-4A1D-ABE1-7DD9172BFDE4}" dt="2026-03-04T08:53:48.467" v="165" actId="14100"/>
          <ac:spMkLst>
            <pc:docMk/>
            <pc:sldMk cId="1403946611" sldId="263"/>
            <ac:spMk id="6" creationId="{A72E4769-91CF-590A-8A01-35040EE8EEA3}"/>
          </ac:spMkLst>
        </pc:spChg>
        <pc:spChg chg="add">
          <ac:chgData name="Elia Kälin" userId="43c2556be595b2a8" providerId="LiveId" clId="{B358BC4C-3D2D-4A1D-ABE1-7DD9172BFDE4}" dt="2026-03-04T08:53:53.199" v="166"/>
          <ac:spMkLst>
            <pc:docMk/>
            <pc:sldMk cId="1403946611" sldId="263"/>
            <ac:spMk id="7" creationId="{B30975E8-F764-8896-2BFB-487236FFB82B}"/>
          </ac:spMkLst>
        </pc:spChg>
        <pc:picChg chg="add mod">
          <ac:chgData name="Elia Kälin" userId="43c2556be595b2a8" providerId="LiveId" clId="{B358BC4C-3D2D-4A1D-ABE1-7DD9172BFDE4}" dt="2026-03-04T08:56:41.206" v="199" actId="1076"/>
          <ac:picMkLst>
            <pc:docMk/>
            <pc:sldMk cId="1403946611" sldId="263"/>
            <ac:picMk id="8" creationId="{7D09FBD2-C434-0106-A7DC-E3B9B8553EE9}"/>
          </ac:picMkLst>
        </pc:picChg>
        <pc:picChg chg="add mod">
          <ac:chgData name="Elia Kälin" userId="43c2556be595b2a8" providerId="LiveId" clId="{B358BC4C-3D2D-4A1D-ABE1-7DD9172BFDE4}" dt="2026-03-04T08:56:42.419" v="200" actId="1076"/>
          <ac:picMkLst>
            <pc:docMk/>
            <pc:sldMk cId="1403946611" sldId="263"/>
            <ac:picMk id="9" creationId="{79E4CEE7-5CE6-6D9E-EFC1-6BB4DDAFE00B}"/>
          </ac:picMkLst>
        </pc:picChg>
        <pc:picChg chg="add mod">
          <ac:chgData name="Elia Kälin" userId="43c2556be595b2a8" providerId="LiveId" clId="{B358BC4C-3D2D-4A1D-ABE1-7DD9172BFDE4}" dt="2026-03-04T08:53:59.946" v="167" actId="1076"/>
          <ac:picMkLst>
            <pc:docMk/>
            <pc:sldMk cId="1403946611" sldId="263"/>
            <ac:picMk id="2050" creationId="{5B4FFD00-CB2E-B9DF-675D-51956A87691B}"/>
          </ac:picMkLst>
        </pc:picChg>
      </pc:sldChg>
      <pc:sldChg chg="addSp delSp modSp new del mod">
        <pc:chgData name="Elia Kälin" userId="43c2556be595b2a8" providerId="LiveId" clId="{B358BC4C-3D2D-4A1D-ABE1-7DD9172BFDE4}" dt="2026-03-04T08:56:34.610" v="198" actId="47"/>
        <pc:sldMkLst>
          <pc:docMk/>
          <pc:sldMk cId="840209636" sldId="264"/>
        </pc:sldMkLst>
        <pc:spChg chg="del">
          <ac:chgData name="Elia Kälin" userId="43c2556be595b2a8" providerId="LiveId" clId="{B358BC4C-3D2D-4A1D-ABE1-7DD9172BFDE4}" dt="2026-03-04T08:54:47.435" v="170"/>
          <ac:spMkLst>
            <pc:docMk/>
            <pc:sldMk cId="840209636" sldId="264"/>
            <ac:spMk id="3" creationId="{F3CDCA21-FC00-538E-1410-EF382B784A27}"/>
          </ac:spMkLst>
        </pc:spChg>
        <pc:spChg chg="add">
          <ac:chgData name="Elia Kälin" userId="43c2556be595b2a8" providerId="LiveId" clId="{B358BC4C-3D2D-4A1D-ABE1-7DD9172BFDE4}" dt="2026-03-04T08:54:25.496" v="169"/>
          <ac:spMkLst>
            <pc:docMk/>
            <pc:sldMk cId="840209636" sldId="264"/>
            <ac:spMk id="4" creationId="{F7722C7B-BFDE-424D-9A15-5E59C4F4D32D}"/>
          </ac:spMkLst>
        </pc:spChg>
        <pc:spChg chg="add del mod">
          <ac:chgData name="Elia Kälin" userId="43c2556be595b2a8" providerId="LiveId" clId="{B358BC4C-3D2D-4A1D-ABE1-7DD9172BFDE4}" dt="2026-03-04T08:54:49.730" v="171"/>
          <ac:spMkLst>
            <pc:docMk/>
            <pc:sldMk cId="840209636" sldId="264"/>
            <ac:spMk id="5" creationId="{D2FA9A30-3D00-4D5C-A8E5-35E2F7C82C8F}"/>
          </ac:spMkLst>
        </pc:spChg>
        <pc:spChg chg="add del mod">
          <ac:chgData name="Elia Kälin" userId="43c2556be595b2a8" providerId="LiveId" clId="{B358BC4C-3D2D-4A1D-ABE1-7DD9172BFDE4}" dt="2026-03-04T08:55:12.608" v="172"/>
          <ac:spMkLst>
            <pc:docMk/>
            <pc:sldMk cId="840209636" sldId="264"/>
            <ac:spMk id="6" creationId="{0B1A6E3F-CF0A-2F6B-A8A1-F285F17DA23A}"/>
          </ac:spMkLst>
        </pc:spChg>
        <pc:spChg chg="add del mod">
          <ac:chgData name="Elia Kälin" userId="43c2556be595b2a8" providerId="LiveId" clId="{B358BC4C-3D2D-4A1D-ABE1-7DD9172BFDE4}" dt="2026-03-04T08:55:17.731" v="174" actId="478"/>
          <ac:spMkLst>
            <pc:docMk/>
            <pc:sldMk cId="840209636" sldId="264"/>
            <ac:spMk id="7" creationId="{45C507DE-7F9B-2E02-D262-1011634AA6B1}"/>
          </ac:spMkLst>
        </pc:spChg>
        <pc:spChg chg="add mod">
          <ac:chgData name="Elia Kälin" userId="43c2556be595b2a8" providerId="LiveId" clId="{B358BC4C-3D2D-4A1D-ABE1-7DD9172BFDE4}" dt="2026-03-04T08:55:20.394" v="176" actId="14100"/>
          <ac:spMkLst>
            <pc:docMk/>
            <pc:sldMk cId="840209636" sldId="264"/>
            <ac:spMk id="8" creationId="{AFA9FCCD-5698-127F-3684-E45867E44E0B}"/>
          </ac:spMkLst>
        </pc:spChg>
        <pc:picChg chg="add mod">
          <ac:chgData name="Elia Kälin" userId="43c2556be595b2a8" providerId="LiveId" clId="{B358BC4C-3D2D-4A1D-ABE1-7DD9172BFDE4}" dt="2026-03-04T08:55:57.274" v="189"/>
          <ac:picMkLst>
            <pc:docMk/>
            <pc:sldMk cId="840209636" sldId="264"/>
            <ac:picMk id="10" creationId="{71A84D87-CEBD-8B7C-0F4A-A737E4956CBC}"/>
          </ac:picMkLst>
        </pc:picChg>
      </pc:sldChg>
      <pc:sldChg chg="addSp delSp modSp add mod">
        <pc:chgData name="Elia Kälin" userId="43c2556be595b2a8" providerId="LiveId" clId="{B358BC4C-3D2D-4A1D-ABE1-7DD9172BFDE4}" dt="2026-03-04T09:07:49.366" v="274" actId="1076"/>
        <pc:sldMkLst>
          <pc:docMk/>
          <pc:sldMk cId="3381659835" sldId="264"/>
        </pc:sldMkLst>
        <pc:spChg chg="mod">
          <ac:chgData name="Elia Kälin" userId="43c2556be595b2a8" providerId="LiveId" clId="{B358BC4C-3D2D-4A1D-ABE1-7DD9172BFDE4}" dt="2026-03-04T09:07:39.553" v="270" actId="1076"/>
          <ac:spMkLst>
            <pc:docMk/>
            <pc:sldMk cId="3381659835" sldId="264"/>
            <ac:spMk id="5" creationId="{F63657FF-042C-8531-2690-4826F02C7A8D}"/>
          </ac:spMkLst>
        </pc:spChg>
        <pc:picChg chg="del">
          <ac:chgData name="Elia Kälin" userId="43c2556be595b2a8" providerId="LiveId" clId="{B358BC4C-3D2D-4A1D-ABE1-7DD9172BFDE4}" dt="2026-03-04T09:07:08.987" v="258" actId="478"/>
          <ac:picMkLst>
            <pc:docMk/>
            <pc:sldMk cId="3381659835" sldId="264"/>
            <ac:picMk id="8" creationId="{624514EA-D855-A569-2146-0E0714172AD4}"/>
          </ac:picMkLst>
        </pc:picChg>
        <pc:picChg chg="del">
          <ac:chgData name="Elia Kälin" userId="43c2556be595b2a8" providerId="LiveId" clId="{B358BC4C-3D2D-4A1D-ABE1-7DD9172BFDE4}" dt="2026-03-04T09:07:07.846" v="257" actId="478"/>
          <ac:picMkLst>
            <pc:docMk/>
            <pc:sldMk cId="3381659835" sldId="264"/>
            <ac:picMk id="9" creationId="{A3C5F83C-5ABB-8DF0-6AC3-5D81D56BE14C}"/>
          </ac:picMkLst>
        </pc:picChg>
        <pc:picChg chg="add mod">
          <ac:chgData name="Elia Kälin" userId="43c2556be595b2a8" providerId="LiveId" clId="{B358BC4C-3D2D-4A1D-ABE1-7DD9172BFDE4}" dt="2026-03-04T09:07:49.366" v="274" actId="1076"/>
          <ac:picMkLst>
            <pc:docMk/>
            <pc:sldMk cId="3381659835" sldId="264"/>
            <ac:picMk id="10" creationId="{5D70CC1B-F15F-A471-5BB6-25687EAA6805}"/>
          </ac:picMkLst>
        </pc:picChg>
        <pc:picChg chg="add mod">
          <ac:chgData name="Elia Kälin" userId="43c2556be595b2a8" providerId="LiveId" clId="{B358BC4C-3D2D-4A1D-ABE1-7DD9172BFDE4}" dt="2026-03-04T09:07:47.462" v="273" actId="1076"/>
          <ac:picMkLst>
            <pc:docMk/>
            <pc:sldMk cId="3381659835" sldId="264"/>
            <ac:picMk id="11" creationId="{A04145EA-DE27-87DC-9FF5-06EDAD4FC01E}"/>
          </ac:picMkLst>
        </pc:picChg>
        <pc:picChg chg="add del mod">
          <ac:chgData name="Elia Kälin" userId="43c2556be595b2a8" providerId="LiveId" clId="{B358BC4C-3D2D-4A1D-ABE1-7DD9172BFDE4}" dt="2026-03-04T09:06:46.220" v="253" actId="478"/>
          <ac:picMkLst>
            <pc:docMk/>
            <pc:sldMk cId="3381659835" sldId="264"/>
            <ac:picMk id="5122" creationId="{879BD7C1-9118-34AB-E2AC-DB860E46736C}"/>
          </ac:picMkLst>
        </pc:picChg>
        <pc:picChg chg="add del mod">
          <ac:chgData name="Elia Kälin" userId="43c2556be595b2a8" providerId="LiveId" clId="{B358BC4C-3D2D-4A1D-ABE1-7DD9172BFDE4}" dt="2026-03-04T09:07:25.500" v="265" actId="478"/>
          <ac:picMkLst>
            <pc:docMk/>
            <pc:sldMk cId="3381659835" sldId="264"/>
            <ac:picMk id="5124" creationId="{52D5AB71-2C57-EB82-B602-160EE07E52C6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57:01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54 21773,'7'-37'200,"-19"21"-456,0 16-288,2 20-377,7 15 33,4 12 376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57:37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28436,'0'3385'0,"6644"-3385"0,-6644-3385 0,-904 3385 0</inkml:trace>
  <inkml:trace contextRef="#ctx0" brushRef="#br0" timeOffset="-2775.71">1296 0 28436,'-1296'0'0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58:02.0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18175,'0'3347'0,"4137"-3347"0,-4137-3347 0,-4137 3347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58:32.2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23883,'2337'1944'0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58:34.2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46 587 6553,'1'15'1099,"0"-28"-564,-2-17-713,-15-197-1095,-6 22 1090,14 79 183,35 349 13590,-9-105-9051,1 11-4646,-18-115 107,1 0 0,-1 0 0,-1 1 0,0-1 0,-4 24 0,3-34 0,-1-3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58:34.8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6553,'1'15'2017,"1"32"0,-1 7 1153,23 121 6364,-2-12-8250,-20-142-1284,-1 0 0,-1 0 0,-3 27 0,2-42 0,-1-2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58:35.3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6553,'1'3'212,"0"0"-1,-1 0 0,1 0 0,-1 1 0,1-1 0,-1 0 0,0 4 0,0 6 576,28 208 12001,-8-69-9408,-6 0-4002,-13-116 622,-1-27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58:36.5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 6553,'-2'2'114,"6"2"138,6 2 537,6-1 905,1-1 0,32 3 0,-6-1 800,111 25 5832,27 5-7268,-125-27-1104,69 2-1,-114-11 47,-2-2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58:37.1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6553,'11'3'760,"6"-1"231,4 1 210,7 1 499,2 0 237,4 0 0,1 0 239,5 1 275,2 0-37,0 0 41,0 1-2455,-3 0 0,1-1 0,-2 1 0,-5-1 0,-9-3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58:37.5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37 246 6553,'-3'-6'0,"0"-2"0,0 0 0,-1-3 0,1-1 0,0-2 0,0 0 0,0-3 0,0-1 0,0-2 0,0-1 0,2-3 0,0-1 0,2 1 0,-1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58:44.2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1797 1169 18099,'-1797'-1169'0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58:46.1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180 332 5401,'15'33'14259,"-28"-47"-14259,-32-74-285,18 28-4133,9 16 3056,-5-11 1027,17 42 1343,-1 1 0,-11-16 0,3 10 2605,11 13-3672,-1 0 0,1-1-1,-6-9 1,23 37 23,19 27 1,-21-34-10,0 0 0,-2 1 1,0 1-1,8 19 0,19 51 27,2 4-2349,-22-55-878,-12-30 3903,-1 0 0,0 0 1,0 0-1,-1 0 1,0 1-1,0-1 0,0 1 1,0 10-1,-1-17-658,-1 1 0,0-1 0,0 1 0,0-1-1,0 0 1,0 1 0,0-1 0,0 1 0,-1-1 0,1 1 0,0-1-1,0 1 1,0-1 0,0 1 0,-1-1 0,1 1 0,0-1-1,0 0 1,-1 1 0,1 0 0,-7-4-1,-5-14 5,-11-33-2828,-28-91 0,39 105 2427,0 3 315,-2 1 0,-1 1 1,-1 1-1,-26-37 0,33 45 6536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58:47.1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23 8754,'14'-5'8091,"-9"4"-7080,30 2 735,-22-1-1688,42 1-235,27-1-4252,20-1 2598,-42 4 1736,1 1 602,-21-6 5497,-40 1-6007,-5-1 17,-6-1-4,-12 2-8,0 1 0,-30 4-1,9 0-153,-38-1-3660,-3-1-33,29 4 4720,45-4-908,8-1 807,1-1-1,-1 1 1,0 0 0,1 0-1,-1 0 1,1 0-1,-1 0 1,-3 3-1,28-10-773,-10-1-323,0 2 0,1-1 0,0 2 0,0-1 0,0 2-1,0 0 1,26-3 0,3 4-1485,52 2-1,37 11 6672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1:25.61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1 18593,'0'3694'0,"2943"-3694"0,-2943-3694 0,-2943 3694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1:40.0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22718,'333'2331'0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1:41.4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25 6553,'2'-10'14,"-2"9"-16,0 0 0,0 0 1,1 0-1,-1 0 0,0 0 0,1 1 0,-1-1 0,1 0 0,-1 0 0,1 0 0,-1 0 0,2-1 0,-2 2 13,1-1 0,0 1 0,0 0 0,0 0 0,-1-1-1,1 1 1,0 0 0,0 0 0,0 0 0,-1 0 0,1 0 0,0 0 0,0 0 0,0 1 0,-1-1 0,1 0 0,0 0 0,0 1 0,-1-1 0,1 0 0,0 1 0,0 0 0,7 2 130,-1 1 0,-1 0 0,1 0 0,0 0 0,-1 1 0,0 0 0,0 1 0,-1-1 0,1 1 0,-1 0 0,4 7 0,4 7 372,-2 1 0,13 29-1,-14-32-146,0-1-1,1 0 1,1-1-1,0-1 1,19 19-1,16 20 744,-29-31-627,80 96 2013,-83-106-2218,-13-12-242,0 0 0,-1 0 0,1 1 0,0-1 0,-1 0 0,1 1 0,-1 0 0,1-1 0,-1 1 0,0 0 0,0-1 0,0 1-1,0 0 1,0 0 0,0 0 0,0 0 0,0 0 0,-1 0 0,1 2 0,-1-3-34,0-1 1,-1 0-1,1 0 1,0 0-1,0 0 0,-1 0 1,1 0-1,0 0 1,0 0-1,-1 0 0,1 0 1,0 0-1,0 0 1,-1 0-1,1 0 0,0 0 1,0 0-1,-1-1 1,1 1-1,0 0 0,0 0 1,-1 0-1,1 0 1,0 0-1,0-1 0,0 1 1,-1 0-1,1 0 0,0 0 1,0 0-1,0-1 1,0 1-1,-9-7 236,-2-3-91,-11-8-454,1-2 0,1 0-1,-28-37 1,16 11-545,-45-48-1,57 72 393,0-1-1,-27-41 1,43 56 363,-1 1 0,0-1 0,0 1 1,-1 1-1,0-1 0,0 1 0,-1 0 0,0 0 0,0 1 0,0 0 0,-15-8 0,22 13 97,-8-3 142,10 4 250,10 8-223,8 11 340,-1 0 0,32 46 1,-28-29-79,-17-26-258,1 0 1,1 1-1,9 10 1,110 114 1805,-58-63-937,-56-64-819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1:42.5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1 622 6553,'0'0'5,"0"0"0,0 1-1,0-1 1,0 0 0,0 0 0,0 0-1,0 0 1,0 0 0,0 1-1,0-1 1,0 0 0,0 0-1,0 0 1,0 0 0,0 0 0,0 0-1,0 1 1,0-1 0,0 0-1,0 0 1,0 0 0,0 0-1,0 0 1,1 0 0,-1 0-1,0 1 1,0-1 0,0 0 0,0 0-1,0 0 1,0 0 0,0 0-1,1 0 1,-1 0 0,0 0-1,0 0 1,0 0 0,0 0 0,0 0-1,1 0 1,5-3 72,7-8 177,76-87-259,-3 2-59,-28 30 22,-39 45 30,68-77-52,-67 73 43,-2 0 1,18-32-1,-22 29 7,-11 21 9,0 1 1,0-1-1,1 1 1,0 0 0,0 0-1,0 1 1,0-1 0,1 1-1,7-6 1,1-1-10,-11 9 73,0 1 0,0-1 0,1 1 0,0 0 0,-1 0 0,1 0 0,6-3 0,-16 8 178,1 1 0,-1-1 0,1 1 0,0 1 0,-8 6 0,-30 30 791,38-33-849,0 0-1,1 0 1,-1 1 0,-5 13-1,6-11 111,-1-1 1,-11 16-1,-215 281 5392,210-282-4681,-46 44 1,65-65-872,-1 0 0,1 0 0,0 0 1,-3 6-1,4-6-35,0-1 1,0 0-1,0 1 1,-1-1 0,1 0-1,-1-1 1,-5 6-1,8-10-65,0 1 0,0-1 0,0 1 0,0 0 0,0-1 0,0 1 1,1-1-1,-1 1 0,0-1 0,2-2 0,4-6-139,0 0 0,1 0 1,0 0-1,1 1 0,0 0 1,0 0-1,14-10 0,22-24-524,116-147-2192,-146 174 2588,44-58-724,-50 62 732,0 0 0,-1 0 0,0-1 0,7-21 0,-28 67 626,-1-2 1,-26 41-1,31-58-76,-23 27 0,29-37-251,0 0-1,0-1 1,0 1-1,-1-1 1,0 1-1,1-1 1,-1-1-1,-1 1 1,1-1-1,-6 2 1,-3 1 74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1:57.65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8234,'1'35'7201,"0"0"-3282,4 34-2996,1 58-6230,-12 332 6133,5-447-1231,0 26 2777,1-35-2226,0-1 0,0 1-1,1-1 1,-1 0 0,1 1 0,-1-1 0,1 1 0,0-1 0,0 0 0,0 0 0,0 1 0,2 1 0,-2-3-146,0 0 0,0 0 0,0-1 0,1 1 0,-1 0 0,0-1 0,0 1 0,0-1 0,1 1 0,-1-1 0,0 0 0,0 1 0,1-1 0,-1 0 0,2 0 0,25-1 0,-16 0 0,102 5-260,1-1-848,-112-3 544,1 0 1,-1 0-1,0 0 0,1-1 0,-1 0 0,0 1 1,1-1-1,-1 0 0,5-3 0,0-1-596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1:58.11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25 8994,'3'-16'8913,"-1"15"-8508,-1 0-217,0 0-1,0 1 1,0-1-1,0 0 1,1 1 0,-1-1-1,0 1 1,0-1-1,1 1 1,-1 0-1,0-1 1,2 1-1,5 0-991,0 0-1,0 0 0,14 3 0,-13-2 644,176 18-4495,-173-18 3941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1:58.52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28 8358,'3'0'9615,"6"-1"-6822,17-3-3899,6-4 77,0 3 0,0 0 1,1 2-1,0 1 0,54 5 0,-25 1-542,-34-3 1001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2:00.11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160 59 8638,'-13'-25'8226,"11"21"-7763,0 1-1,-1-1 1,0 1-1,0 0 1,-3-3-1,5 5-461,0 0 0,-1 0-1,1 0 1,-1 0 0,1 0-1,-1 0 1,1 1 0,-1-1-1,1 0 1,-1 1 0,0-1-1,1 1 1,-1 0 0,0-1-1,1 1 1,-1 0 0,0 0-1,1 0 1,-1 0 0,0 0-1,0 1 1,1-1 0,-1 0-1,0 1 1,1-1 0,-1 1-1,1 0 1,-1 0 0,1-1 0,-3 3-1,-3 2-161,1 1-1,-1 0 1,1 0-1,1 1 1,-1-1-1,1 1 1,1 0-1,-1 0 1,1 1-1,0 0 1,1-1-1,0 1 1,0 0-1,1 1 1,0-1-1,0 0 1,1 1-1,0-1 1,0 1-1,1 8 1,0-9 111,1-1-1,-1 0 1,1 1-1,1-1 1,-1 1 0,1-1-1,1 0 1,-1 0 0,1 0-1,0 0 1,1-1 0,0 1-1,0-1 1,0 0-1,1 0 1,0 0 0,0-1-1,0 0 1,1 0 0,0 0-1,0 0 1,12 6 0,-10-7 61,0-1 0,0 0-1,0-1 1,0 0 0,0 0 0,1-1 0,-1 0 0,1 0 0,-1-1 0,1 0 0,-1-1 0,1 0 0,-1 0 0,0-1 0,1 0 0,-1 0 0,0-1 0,0 0 0,0 0 0,-1-1 0,1 0 0,12-9 0,-16 9 208,0 0-1,-1 0 1,1 0 0,-1-1 0,1 1-1,-2-1 1,1 0 0,0 0 0,-1 0-1,0 0 1,0 0 0,0-1 0,-1 1-1,0 0 1,1-7 0,0-8 47,0 0-1,-2-36 1,0 52-266,0 1 0,0-1 0,0 1 0,0-1 0,0 1 0,-1 0 0,0-1 0,1 1 0,-1 0 0,-1-1 0,1 1 0,-3-5 0,4 8 0,0 0 0,0 0 0,0 0 0,0 0 0,0 0 0,0 0 0,-1 0 0,1-1 0,0 1 0,0 0 0,0 0 0,0 0 0,0 0 0,-1 0 0,1 0 0,0 0 0,0 0 0,0 0 0,0 0 0,0 0 0,-1 0 0,1 0 0,0 0 0,0 0 0,0 0 0,0 0 0,0 0 0,-1 0 0,1 0 0,0 0 0,0 0 0,0 0 0,0 1 0,0-1 0,0 0 0,-1 0 0,1 0 0,0 0 0,0 0 0,-4 8 0,-2 9 0,6-17 0,-2 14 0,1-1 0,0 1 0,1 0 0,2 23 0,0-1 0,2 4-127,1 0-1,2 0 1,20 62 0,-18-71 46,9 28-227,7 29-2438,-23-77 2771,0 1 1,-1-1 0,0 1 0,-1 0 0,-2 21 0,0-22-12,-1-1 0,1 0 0,-2 0 0,1 0 1,-2 0-1,1-1 0,-1 0 0,0 0 0,-1 0 0,0 0 1,-1-1-1,0 0 0,-8 8 0,10-12-13,0 1-1,0-1 1,0 0-1,-1 0 1,0 0 0,0-1-1,0 0 1,0 0-1,0 0 1,-1-1 0,1 0-1,-1 0 1,1-1-1,-1 0 1,0 0 0,0 0-1,0-1 1,1 0-1,-1 0 1,0-1 0,-7-1-1,8 0-16,1 0 1,-1 0-1,1-1 0,-1 0 1,1 0-1,0 0 0,0 0 1,1-1-1,-1 0 0,1 0 1,-1 0-1,1 0 0,-6-10 0,-3-6-606,0 0 0,-11-27-1,13 24-723,-2-2 508,1-2 73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2:00.49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8466,'4'7'1889,"-2"1"1470,1 2 222,0 2-1216,0 2-2365,1 4 0,1 0 0,-1 3 0,0-1 0,-1 3 0,0 2 0,0 2-869,-2 2-797,0-2-60,0-2 1682,-1-5-244,0-3-204,-1-7 156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2:00.79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6 81 10742,'-3'-16'1582,"1"4"1012,1 2 440,1 2-1326,0 1-1708,2 1 0,0 0 0,1 1 0,0 0 0,0 2 0,0 0 0,-1 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2:01.39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22 384 9666,'-14'8'7980,"13"-9"-7661,0 1-201,1-1 0,-1 1-1,1-1 1,-1 1 0,1-1 0,0 1-1,-1-1 1,1 0 0,0 1-1,-1-1 1,1 0 0,0 1 0,0-1-1,-1 0 1,1 1 0,0-1-1,0 0 1,0-1 0,0-6-466,0-1 0,2-15 1,-1 20 848,1-15-1030,2-1-1,0 1 1,2 0-1,0 0 1,1 1-1,0 0 1,2 0-1,14-22 1,-13 23 530,1 1 0,0 0 0,22-24 0,-28 35 0,1 0-1,-1 0 0,1 1 1,0-1-1,0 1 0,0 1 1,1-1-1,-1 1 0,1 0 1,0 1-1,0 0 0,0 0 1,8-1-1,-7 1 194,-1 1 0,1 1-1,0 0 1,0 0 0,0 0 0,-1 1 0,1 0 0,0 1-1,8 2 1,-12-2-37,0-1-1,0 1 1,0 1-1,0-1 1,-1 0 0,1 1-1,0 0 1,-1 0-1,0 0 1,0 0-1,0 0 1,0 1-1,-1-1 1,1 1 0,-1 0-1,0-1 1,3 8-1,1 5-335,-1 0-1,-1 0 1,0 1 0,-1-1-1,-1 1 1,0 21 0,-2-8-1616,-1 0 0,-9 49 1,7-66 1156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2:41.50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1569 2020 18344,'-1568'-2019'0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2:42.46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74 892 10058,'-12'-37'6805,"3"-2"-3639,-7-80-5853,11 73 715,-23-375 1700,29 343 237,0 36 2334,-5-59-1,2 92-2298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2:42.95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3 8690,'8'-2'7259,"2"3"-4099,10 7-2793,-14-5-183,14 7-325,0 0-1,-1 2 0,0 0 1,28 24-1,-20-15-1382,30 18 0,-21-17 1352,170 102 104,-144-86 62,-22-14-696,49 36-1,-77-49-739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2:44.30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8894,'10'4'7032,"-8"-2"-6564,4 11 2522,-1 17-2849,-4-26-6,25 157-1509,-14-99-1052,-9-38 2139,2-1-1,1 1 0,1-1 0,12 28 0,-12-37 163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2:44.78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6 213 7846,'-1'-3'1151,"0"-1"0,0 1 0,0 0 1,1 0-1,-1-1 0,1 1 0,0-6 1,2-26 1862,0 11-3424,-1 15 410,0 0 0,0-1 0,1 1 0,0 0 0,1 0 0,4-10 0,-6 16 0,0 0 0,0 0 0,1 1 0,-1-1 0,1 0 0,0 1 0,-1-1 0,1 1 0,0 0 0,0-1 0,1 1 0,-1 0 0,0 0 0,1 0 0,-1 1 0,1-1 0,0 1 0,0-1 0,-1 1 0,1 0 0,0 0 0,5-1 0,-6 2 0,1 0 0,0 1 0,0-1 0,0 1 0,0 0 0,-1 0 0,1-1 0,0 2 0,-1-1 0,1 0 0,-1 0 0,1 1 0,-1 0 0,0-1 0,0 1 0,1 0 0,-1 0 0,0 0 0,2 3 0,5 6 0,-1 1 0,11 18 0,-18-28 0,7 10 0,-2 0 0,1 1 0,-2 0 0,0 0 0,0 0 0,-1 0 0,0 1 0,2 26 0,-6-29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2:45.33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47 31 9422,'0'-2'580,"0"0"-1,0 0 1,0 1-1,0-1 1,0 0-1,-1 0 1,1 0-1,-1 1 1,1-1-1,-1 0 1,0 0-1,0 1 1,0-3-1,0 4-471,1 0-1,0 0 0,0-1 1,-1 1-1,1 0 0,0 0 1,0-1-1,-1 1 0,1 0 1,0 0-1,-1 0 0,1 0 1,0-1-1,-1 1 0,1 0 1,0 0-1,-1 0 0,1 0 1,-1 0-1,1 0 0,0 0 1,-1 0-1,1 0 0,0 0 1,-1 0-1,0 0-155,0 1 1,0-1-1,0 1 1,0-1-1,0 1 1,1 0-1,-1-1 1,0 1-1,0 0 0,1-1 1,-1 1-1,0 0 1,0 1-1,-2 3 48,0 1 0,1-1 0,0 0 0,0 1 0,0-1 0,0 1 0,1-1 0,0 1 0,0 0 0,0 0 0,1 0 0,0-1 0,0 1 0,2 8 0,0 2 0,1 0 0,1 1 0,10 26 0,83 203-3521,-91-228 3500,0 0 0,-1 1 1,4 26-1,0 59 1141,-9-103-907,1 15 584,0-1 1,-3 20 0,1-31-806,1 0 1,-1-1-1,1 1 0,-1-1 1,0 1-1,0-1 1,-1 0-1,1 1 0,-1-1 1,0 0-1,0 0 1,0 0-1,0 0 0,0 0 1,-6 4-1,6-5 8,0-1 0,0 0 0,0 0 0,-1 0 0,1 0 0,-1 0 0,1 0 0,0 0 0,-1-1 0,1 0 0,-1 1 0,0-1 0,1 0 0,-1 0 0,1 0 0,-1-1 0,1 1 0,-5-2 0,2 1 0,1 0 0,0-1 0,1 1 0,-1-1 0,0 0 0,0-1 0,1 1 0,-1 0 0,1-1 0,-4-4 0,-7-6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2:45.60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1 127 13687,'9'0'1609,"3"-1"869,3-1-592,3 0-1886,2-2 0,5-3 0,2-2 0,7-3-889,1-3-789,-1-2 969,-2 0 709,-6 2-233,-1 1-279,-4 2 232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2:46.507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140 84 8734,'-1'-6'1421,"-1"0"0,1 0 1,-1 1-1,0-1 0,0 1 1,-6-9-1,8 13-1391,-1 0-1,0 0 1,0 0 0,0 0-1,0 0 1,-1 0-1,1 0 1,0 1 0,0-1-1,0 0 1,-1 1-1,1-1 1,0 1 0,-1-1-1,1 1 1,-1-1-1,1 1 1,0 0 0,-1 0-1,1 0 1,-1 0-1,1 0 1,0 0 0,-1 0-1,1 0 1,-1 1 0,1-1-1,0 0 1,-1 1-1,1 0 1,0-1 0,-2 2-1,0-1-157,0 1 0,0 0 0,0 0 0,1 0-1,-1 0 1,1 0 0,0 0 0,0 1 0,-1-1-1,2 1 1,-1 0 0,-2 3 0,-17 39-2745,18-38 2983,-1 4-98,0 0 1,0 0 0,1 0 0,1 1 0,0-1 0,0 1 0,1 18 0,2-21-10,-1 0 0,2 0 0,-1 0 0,1 0 0,1 0 0,0 0 0,0-1 0,0 1 0,1-1 0,6 9 0,-8-14 10,3 7-22,2 0 1,-1 0 0,1-1 0,1 0 0,10 10 0,-16-17 29,0 0 1,0-1-1,0 1 0,1-1 0,-1 1 0,0-1 0,1 0 0,-1 0 1,1 0-1,0 0 0,-1-1 0,1 1 0,-1-1 0,1 1 0,0-1 0,0 0 1,-1 0-1,1 0 0,0 0 0,-1-1 0,1 1 0,0-1 0,-1 0 0,1 1 1,-1-1-1,1-1 0,-1 1 0,4-2 0,1-2-74,0 1 0,-1-2 0,1 1 0,-1-1 0,-1 1 0,1-2 0,-1 1 0,0-1 0,5-7 0,-1-3 614,1 0 1,10-32 0,-17 39-627,0 1 0,-1-1 0,-1 0 0,0 1 1,0-1-1,-1 0 0,0 0 0,-3-18 0,1 13-165,-1 0 0,0 0 0,-2 1 1,0-1-1,-6-13 0,9 25 201,0 0-1,0 0 1,0 0 0,0 0 0,0 0-1,0 1 1,-1-1 0,1 1-1,-5-4 1,4 4 239,0 0-1,0 0 0,-1 1 1,1-1-1,-1 1 1,1 0-1,-1 0 1,0 0-1,1 0 1,-1 0-1,0 1 0,1 0 1,-1 0-1,0 0 1,0 0-1,1 0 1,-1 1-1,0 0 0,1 0 1,-1 0-1,1 0 1,-7 3-1,3-1-209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2:47.12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183 1 9878,'-17'5'6515,"-3"0"-3173,-8 7-2989,26-11-375,0 0-1,0 1 1,0-1-1,0 1 0,0-1 1,0 1-1,1 0 1,-1 0-1,1 0 1,-1 0-1,1 0 1,0 0-1,0 0 1,0 0-1,0 1 1,0-1-1,0 0 1,0 5-1,0-2-96,1-1 0,0 1 0,0-1 1,0 1-1,1-1 0,0 1 0,-1-1 0,2 1 0,-1-1 0,0 0 0,1 0 0,0 0 0,0 0 0,0 0 0,1 0 1,-1 0-1,7 6 0,-1 0-309,2 0 0,-1-1-1,2-1 1,19 14 0,-21-16 431,3 1 25,-1 0 0,1 2 0,-2-1 1,1 1-1,13 16 0,-22-23-23,0 1 0,0-1 0,0 1-1,-1 0 1,1 0 0,-1-1 0,0 1-1,0 0 1,0 0 0,0 0 0,-1 0 0,1 0-1,-1 1 1,0-1 0,0 0 0,0 0 0,0 0-1,0 0 1,-1 0 0,1 0 0,-1 0 0,0 0-1,0 0 1,0 0 0,0 0 0,0 0 0,-1 0-1,0-1 1,1 1 0,-4 3 0,-2 3-31,-1 1 1,0-1-1,-1-1 1,0 0-1,0 0 1,-1 0-1,0-1 1,-1-1 0,-13 7-1,5-4-368,-1-1 0,0-1 0,0-1 0,-34 6 0,19-6-274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3:02.6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2185 0 24149,'-2185'3556'0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3:04.2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34 6553,'0'97'4452,"16"151"6646,-9-141-8602,-4-44-2508,16 95 0,-18-157 13,-1 0-1,0 1 1,0-1 0,1 0-1,-1 0 1,1 0-1,-1 1 1,1-1 0,-1 0-1,1 0 1,0 1-1,2-4-12,-1-8-63,-1-20-1853,-1 0-1,-1 0 0,-11-56 1,1 6-1713,-4-77-2262,0-80 5219,16 177 684,7 176 4969,0-20-714,-7-73-3294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3:04.8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13 506 6553,'-11'5'525,"11"-5"-512,0 0 0,0 0 0,0 0 0,-1 0 0,1-1 1,0 1-1,0 0 0,0 0 0,0 0 0,0 0 0,0 0 0,0 0 0,0 0 1,0-1-1,0 1 0,0 0 0,0 0 0,-1 0 0,1 0 0,0 0 0,0 0 1,0-1-1,0 1 0,0 0 0,0 0 0,0 0 0,0 0 0,0 0 0,0 0 0,0-1 1,1 1-1,-1 0 0,0 0 0,0 0 0,0 0 0,0 0 0,0 0 0,0-1 1,0 1-1,0 0 0,12-19 270,8-3-432,0 1-1,33-25 1,51-33-302,-72 56 314,50-32 34,2 4 0,135-61-1,-208 107 104,6-3 0,20-12 0,-33 18 0,0-1 0,0 0 0,0 0 0,0 0 0,0-1 0,-1 1 0,1-1 0,-1 0 0,4-7 0,-6 11 6,-1 0-1,0 0 0,0 0 0,0 0 0,0 0 0,0-1 0,0 1 0,0 0 0,0 0 0,0 0 1,0 0-1,0 0 0,0 0 0,0 0 0,0 0 0,0 0 0,1-1 0,-1 1 0,0 0 1,0 0-1,0 0 0,0 0 0,0 0 0,0 0 0,0 0 0,0-1 0,0 1 0,-1 0 1,1 0-1,0 0 0,0 0 0,0 0 0,0 0 0,0 0 0,0 0 0,0-1 0,0 1 0,0 0 1,0 0-1,0 0 0,0 0 0,0 0 0,0 0 0,0 0 0,-1 0 0,1 0 0,0 0 1,-7 1 268,-6 6 300,-199 117 10659,82-50-5967,3 5-4837,99-61-429,-1-2 0,0 0 0,-1-3 0,-38 13 0,57-22 0,6-4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3:28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30764,'0'3771'0,"6192"-3771"0,-6192-3771 0,-6192 3771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3:36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1012 17756,'1'-4'467,"0"1"1,0-1 0,1 0-1,-1 1 1,1-1-1,-1 1 1,1-1-1,0 1 1,4-5 0,2-4 118,53-116 2317,-50 102-2789,16-44 11,26-111 0,-4 9 553,-25 99-637,-3 0 0,16-116 0,-39 170-65,2 17 71,-1 1 0,1-1 1,0 0-1,0 1 1,-1-1-1,1 0 0,0 0 1,0 1-1,1-1 1,-1 0-1,0 1 0,0-1 1,1 0-1,0-2 1,0 4-33,-1 0 0,0 0 0,0 0 1,1 0-1,-1 0 0,0 0 0,0 0 1,0 0-1,1 0 0,-1 0 0,0 0 1,0 0-1,1 0 0,-1 0 0,0 0 1,0 0-1,0 0 0,1 1 0,-1-1 1,0 0-1,0 0 0,0 0 0,0 0 1,1 0-1,-1 1 0,0-1 0,0 0 1,0 0-1,0 0 0,0 0 0,1 1 1,-1-1-1,0 0 0,0 0 0,0 1 1,0-1-1,0 0 0,0 0 0,0 0 1,0 1-1,0-1 0,5 11 353,-1 4-71,0 0 0,-2 1 0,2 27 1,0-3-98,58 330 22,-28-221-293,4 18 383,-31-127-1472,-2 1 0,0 48-1,-5-85 691,-2 11-5858,-1-11 3226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3:36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20164,'4'1'1425,"3"-1"487,4-1-440,6-1-712,4 0-375,7-1-297,4-1-48,3-1 0,-3-1-40,0 0-705,-3-2-535,-2 0 560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3:37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15 14579,'-2'16'6184,"1"29"0,9 47-3644,-2-28-1901,2 16-344,-3-38-217,0 77 0,-10-101 60,5-18-136,0 0 0,0 0 0,0 0 0,0 0 0,0 0 0,0 0 0,0 1 0,0-1 0,0 0-1,0 0 1,0 0 0,0 0 0,0 0 0,0 0 0,0 0 0,0 0 0,0 0 0,0 0 0,0 0 0,-1 0 0,1 0 0,0 1 0,0-1 0,0 0 0,0 0 0,0 0 0,0 0 0,0 0 0,0 0 0,0 0 0,-1 0 0,1 0 0,0 0 0,0 0 0,0 0 0,0 0-1,0 0 1,0 0 0,0 0 0,0 0 0,0 0 0,-1 0 0,1 0 0,0 0 0,0-1 0,-3-8 17,2-11-14,1 1 1,0-1 0,2 1-1,4-27 1,2-15-3,-6 38-3,2 0 1,0 1 0,1-1-1,11-27 1,-10 35-1,0 0-1,1 1 1,0 0 0,2 1 0,-1-1-1,2 1 1,12-13 0,-20 23 0,1 0 0,-1 0 0,1 1 1,0-1-1,0 1 0,0 0 0,1 0 0,-1 0 0,0 0 1,1 1-1,-1-1 0,1 1 0,0 0 0,-1 0 0,1 0 1,0 0-1,0 1 0,-1-1 0,1 1 0,0 0 1,0 1-1,0-1 0,-1 0 0,1 1 0,0 0 0,0 0 1,-1 0-1,1 0 0,-1 1 0,1-1 0,-1 1 0,0 0 1,1 0-1,-1 0 0,0 1 0,0-1 0,0 1 0,2 2 1,5 6 14,-1-1 0,0 1 0,-1 1 1,0-1-1,-1 1 0,10 23 1,26 82 134,-32-81-135,-1-6-171,-2 0 1,-1 1 0,-2 0-1,0 0 1,-1 50-1,-4-78-132,0-1-1,0 1 0,-1 0 1,1-1-1,-1 1 0,1 0 0,-1-1 1,0 1-1,-2 3 0,-5 4-1100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3:38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61 12715,'-2'-9'4762,"2"9"-4276,0-1-1,0 0 1,-1 1 0,1-1 0,0 0 0,0 1 0,0-1 0,0 0-1,0 1 1,0-1 0,0 0 0,0 0 0,0 1 0,1-2 0,6-7 1200,-1 5-1417,1 0 0,-1 1 0,1-1 0,-1 2 0,1-1 0,0 0 0,0 1 0,0 1 0,1-1 0,-1 1 0,9 0 0,5 0-275,-1 1-1,36 4 1,-48-3 7,0 0 1,-1 1-1,1 0 1,-1 0-1,1 1 1,-1 0-1,0 0 1,0 1-1,0 0 1,9 7-1,-12-8 2,0 0-1,0 1 0,-1 0 1,0 0-1,0 0 0,0 0 1,0 0-1,0 0 0,-1 1 1,0 0-1,0-1 0,0 1 1,0 0-1,-1 0 0,0 0 1,0 0-1,1 6 0,-2 3 3,0 0-1,-1-1 1,0 1-1,-1 0 1,-7 26-1,-28 66 166,22-69 169,-10 39 0,12-31-203,7-26-127,0 0 0,-3 21-1,9-34 16,-1-1 0,1 1 0,-1 0-1,2-1 1,-1 1 0,1-1-1,-1 1 1,2 0 0,-1-1 0,0 0-1,6 11 1,-6-13-18,1-1-1,0 1 1,0-1 0,0 1 0,0-1-1,0 0 1,1 0 0,-1 0 0,1 0 0,0 0-1,-1-1 1,1 1 0,0-1 0,0 1-1,0-1 1,0 0 0,0 0 0,0-1-1,0 1 1,0-1 0,0 1 0,1-1-1,-1 0 1,4 0 0,8-1-132,0-1 1,-1 0 0,27-7 0,-38 8 54,6-2-1647,1 1-1,15-8 1,-16 3 426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3:38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23613,'8'2'1096,"5"0"89,6 1 119,6 0-632,4 1-344,3-3-256,-1-1-24,1-1 80,-1-2-232,-1-3-760,2-2-985,-4-4 849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3:39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93 235 17756,'1'3'845,"-1"0"-1,1 0 1,-1 0 0,1-1 0,0 1-1,0 0 1,0 0 0,1-1 0,1 4-1,-2-5-726,0 0-1,-1-1 1,1 1-1,0 0 0,0-1 1,0 1-1,0-1 1,0 1-1,0-1 0,0 1 1,1-1-1,-1 0 0,0 0 1,0 0-1,0 1 1,0-1-1,0 0 0,0 0 1,0 0-1,1-1 1,-1 1-1,0 0 0,0 0 1,0-1-1,0 1 0,0 0 1,0-1-1,1 0 1,8-3-92,0-1 0,-1 0 0,0-1 0,0 0 0,0 0 0,0-1 1,-1 0-1,-1-1 0,1 0 0,-1 0 0,0 0 0,-1-1 0,0 0 0,0 0 1,-1-1-1,0 1 0,-1-1 0,0 0 0,-1-1 0,0 1 0,3-20 0,-5 27-25,-1 0 0,0 1 0,0-1 0,0 0-1,0 0 1,-1 0 0,1 1 0,-1-1 0,0 0-1,1 0 1,-1 1 0,0-1 0,-1 1 0,1-1-1,0 1 1,-1-1 0,0 1 0,1 0 0,-1 0-1,0 0 1,0 0 0,0 0 0,0 0 0,-1 0-1,1 1 1,0-1 0,-1 1 0,1-1 0,-1 1-1,1 0 1,-1 0 0,0 0 0,1 1 0,-1-1-1,0 1 1,0-1 0,0 1 0,1 0 0,-1 0-1,0 0 1,0 0 0,0 1 0,1-1 0,-1 1-1,0 0 1,0-1 0,1 1 0,-1 0 0,-4 3-1,-4 3 36,-1 1-1,2 1 0,-1 0 1,1 0-1,0 1 1,1 0-1,-13 18 0,9-8 44,1 0 0,0 0-1,-14 37 1,20-40-43,0 0-1,1 1 1,1 0 0,1-1 0,0 1 0,2 1-1,0-1 1,0 0 0,2 0 0,3 19-1,-3-29-1,2 1-1,-1-1 1,1 1-1,1-1 0,-1 0 1,1 0-1,1-1 1,-1 1-1,1-1 1,1 0-1,-1 0 0,8 7 1,-8-10-35,0 0 1,0 0 0,0-1-1,0 1 1,1-1 0,-1 0-1,1-1 1,0 1 0,0-1-1,0 0 1,0-1 0,0 1-1,0-1 1,1-1-1,-1 1 1,0-1 0,11 0-1,-7-2-236,0 1-1,-1-1 1,1-1-1,-1 0 1,1 0-1,15-8 0,-16 5-858,1 1-1,-1-1 0,0-1 1,-1 0-1,15-15 0,-6 3-272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3:39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18380,'-2'7'8161,"2"13"-5984,1-16-1322,0 42 266,2 67-769,24 147 1,-16-198-4071,-10-50 2067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3:39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1 169 21301,'-1'-7'2080,"1"-2"1009,1-2-873,2 0-1152,1-1-552,2 1-327,0-2-81,1-3 16,1 0-216,0-3-665,0-1-799,1-3 408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3:41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62 12267,'1'-1'735,"0"-1"1,0 1-1,0-1 1,0 0-1,0 0 1,-1 0 0,1 1-1,0-1 1,-1 0-1,0 0 1,1 0-1,-1 0 1,0 0 0,0 0-1,-1-2 1,1 2-566,0 1 0,-1-1 0,1 1 0,-1 0 0,0-1 0,1 1-1,-1-1 1,0 1 0,0 0 0,0 0 0,0-1 0,0 1 0,0 0 0,0 0 0,0 0 0,-1 0 0,1 0 0,0 0 0,-1 1 0,1-1 0,0 0 0,-1 1 0,1-1 0,-1 1 0,1-1 0,-1 1 0,1 0 0,-4-1 0,0 1-127,-1-1 0,0 1 0,0 0 1,0 0-1,0 1 0,1 0 0,-1 0 0,0 0 1,0 1-1,1 0 0,-11 4 0,9-1 36,0-1-1,0 1 0,0-1 1,1 2-1,-1-1 1,1 1-1,-8 11 1,3-2 28,1 0 1,0 1-1,1 0 0,1 1 1,1 0-1,-10 34 1,10-28-107,2 1 0,1 0 0,-1 27 0,4-38-1,1 1 1,0-1-1,1 0 0,1 0 0,0 0 1,1 0-1,5 17 0,-5-24-1,-1-1-1,1 1 1,0-1-1,0 0 1,1 0 0,0 0-1,0 0 1,0 0-1,0-1 1,1 0-1,-1 0 1,1 0-1,0 0 1,0-1-1,1 0 1,-1 0-1,1 0 1,-1-1 0,1 0-1,0 0 1,0 0-1,0-1 1,0 0-1,0 0 1,0 0-1,0-1 1,0 0-1,1 0 1,-1-1-1,0 1 1,7-3 0,3-1-49,-1 0 0,0-2-1,0 1 1,-1-2 0,0 0 0,17-11 0,-24 13 19,0 0-1,-1 0 1,0-1-1,0 0 1,0 0 0,-1 0-1,0-1 1,0 0-1,-1 0 1,0 0-1,0 0 1,0-1-1,4-13 1,-4 4 19,0-1 1,-2 1 0,0-1-1,0 1 1,-2-29-1,-15-89 19,11 111-11,4 18 4,-7-31 0,6 34 0,1 1 0,-1 0 0,0-1 0,0 1 0,0 0 0,0 0 0,-1-1 0,1 1 0,0 0 0,-1 0 0,1 1 0,-4-4 0,5 5 2,0 0 0,0 0 0,-1 1 0,1-1 0,0 0 0,-1 0-1,1 0 1,0 0 0,0 0 0,-1 0 0,1 0 0,0 0 0,0 1 0,-1-1-1,1 0 1,0 0 0,0 0 0,-1 0 0,1 1 0,0-1 0,0 0-1,0 0 1,-1 1 0,1-1 0,0 0 0,0 0 0,0 1 0,0-1 0,0 0-1,0 1 1,0-1 0,0 0 0,-1 1 0,-3 11 82,4-12-78,-5 17 44,1 0 0,1 1 0,0-1 0,1 1 0,1 33 0,4-8-41,10 54-1,-5-62-6,2 0 1,2 0-1,23 50 0,-30-72-1,9 21-3,9 44 1,4 12 98,-13-52-53,-1 1 1,12 65-1,-23-91-25,0 0 1,-1 0-1,-1 0 0,0 0 1,-1 0-1,0 1 0,-1-1 1,0 0-1,-1 0 0,-1-1 1,0 1-1,-7 15 0,5-19-13,0 0-1,0 0 1,-1 0 0,0-1-1,0 0 1,-1 0-1,0-1 1,-1 0 0,-15 10-1,20-14-3,-1-1 0,0 0 1,0 0-1,0 0 0,-1 0 0,1-1 0,0 0 0,-1 0 0,1 0 0,-1-1 0,1 0 0,-1 0 0,1 0 0,-1-1 0,1 0 0,-9-2 1,4 0-4,0 0 1,0-1 0,1 0 0,0 0 0,0-1 0,0 0 0,-16-13 0,16 9 1,-1 0 0,1-1 0,1 0 0,0 0 0,0-1 0,1 0 0,-10-23-1,6 10 3,1 0-1,-11-50 1,19 65-5,0 0 1,1 0 0,1 0 0,-1 0-1,2 0 1,-1 0 0,1 0 0,0 0-1,1 0 1,0 0 0,1 0 0,6-15-1,-4 14 0,0 0 0,0 1 0,2-1-1,-1 1 1,1 1 0,0-1-1,0 1 1,1 0 0,1 1 0,10-9-1,5 2-26,0 1-1,0 1 1,1 0-1,31-8 1,53-25-102,-36 12 127,107-34 0,-135 51 4,-20 7 0,0-2 1,0-1 0,-1 0-1,0-2 1,-1-1 0,-1 0-1,0-2 1,-2-1 0,0 0-1,0-2 1,30-40 0,-38 42 1,0-2 0,9-20 0,-16 29 1,-1 0-1,0 0 1,0-1 0,-1 1 0,2-18-1,-5 27 1,1 0 0,-1 0 0,0 0 0,0 0 0,0 0 0,0 0 0,-1 0 0,1 0 0,-1 0 0,1 1 0,-1-1 0,0 0 0,1 0 0,-1 0 0,0 0 0,0 1 0,0-1 0,-1 0 0,1 1 0,0-1 0,0 1 0,-1 0 0,1-1 0,-1 1 0,0 0 0,1 0 0,-1 0 0,0 0 0,1 0 0,-1 0 0,0 0 0,-3 0 0,1 0 8,0 0 0,0 0 1,-1 1-1,1 0 0,0 0 0,-1 0 1,1 0-1,0 0 0,-1 1 0,1 0 1,0 0-1,0 0 0,-8 4 0,5-2-10,0 1 0,1 1-1,-1-1 1,1 1 0,0 0 0,0 1-1,1-1 1,-1 1 0,1 0 0,0 0-1,1 1 1,0 0 0,-6 12 0,-1 6-2,1 1 1,-9 42-1,14-51 2,-2 12-2,1 0 1,-3 31-1,8-47 21,0-1-1,1 0 0,1 1 1,0-1-1,0 0 0,1 0 1,7 21-1,-7-26-13,0 0 0,1-1 0,0 0 0,1 0 0,0 0 0,-1 0 0,2 0 1,-1-1-1,1 0 0,-1 0 0,2 0 0,-1 0 0,0-1 0,1 0 0,0 0 0,0 0 0,0-1 0,0 0 0,1 0 0,-1-1 0,1 1 1,0-2-1,-1 1 0,1-1 0,0 0 0,0 0 0,0 0 0,7-2 0,13-1-53,1-1 1,-1-1-1,0-2 1,26-8-1,-27 5-1240,0-2-1,24-12 0,-21 6 242,-3-4 297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4:32.6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1876 7742,'0'-1876'0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4:34.5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35 384 6553,'1'-4'62,"1"0"0,0 1 0,-1 0 0,1-1-1,1 1 1,3-5 0,0 0-46,-3 4-20,69-115-106,-51 82 66,2 0-1,28-32 0,-14 20-1,-14 17 12,-71 87 2085,33-40-1355,1 0 1,0 1-1,1 1 0,0 0 1,2 0-1,0 1 0,1 1 0,0 0 1,-7 23-1,16-38-543,0 0-1,-1 0 1,1 0-1,-1 0 1,0 0-1,0-1 1,-1 1 0,1-1-1,-1 1 1,-3 3-1,3-5-29,0 0 0,0 0 0,0 0 0,0 0 0,0-1 0,0 1 0,-1-1 0,1 0 0,-1 0 0,1 0 0,-1 0 0,-4 0 0,0 0 40,6 0-71,0-1 1,0 1 0,0-1-1,1 0 1,-1 0 0,0 0-1,0 0 1,0 0-1,-3-1 1,4 0-82,1 1 1,-1-1-1,0 1 1,1-1-1,-1 0 0,1 1 1,-1-1-1,0 0 1,1 1-1,0-1 0,-1 0 1,1 0-1,-1 1 1,1-1-1,0 0 0,-1 0 1,1 0-1,0 0 1,0 1-1,0-1 0,0 0 1,0 0-1,0 0 0,0 0 1,0-1-1,-1-8-197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0:04:35.4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275 445 6553,'1'0'12,"-1"-1"0,1 1 0,0-1 0,-1 0 0,1 1 0,-1-1-1,0 0 1,1 1 0,-1-1 0,1 0 0,-1 1 0,0-1 0,0 0-1,1 0 1,-1 0 0,0 1 0,0-1 0,0 0 0,0-1-1,-3 0-12,1 0-1,-1-1 1,1 1-1,-1-1 0,1 1 1,0-1-1,0 0 0,0 0 1,0 0-1,0 0 0,-1-3 1,-1-1-3,-35-70-30,-16-25-11,-30-29-16,79 121 55,-1 0 0,0 0 1,-1 1-1,0 0 0,0 0 0,-14-10 0,22 19 8,0 0-1,0-1 1,0 1-1,0 0 1,0 0-1,0 0 1,0 0 0,0 0-1,0 0 1,0 0-1,0 0 1,-1 0-1,1 0 1,0 0 0,0 0-1,0 0 1,0-1-1,0 1 1,0 0-1,0 0 1,0 0-1,-1 0 1,1 0 0,0 0-1,0 0 1,0 0-1,0 0 1,0 0-1,0 0 1,0 0-1,-1 0 1,1 0 0,0 0-1,0 1 1,0-1-1,0 0 1,0 0-1,0 0 1,0 0-1,0 0 1,0 0 0,-1 0-1,1 0 1,0 0-1,0 0 1,0 0-1,0 0 1,0 0-1,0 1 1,0-1 0,0 0-1,0 0 1,0 0-1,0 0 1,0 0-1,1 10 189,5 10 499,-3-11-349,1-1-1,0 1 1,1-1 0,0 0-1,0 0 1,1 0-1,0-1 1,0 0-1,14 12 1,31 37 1792,-10-11-248,-28-30-1143,-1 0-1,0 1 0,12 21 1,-11-17 599,22 28-1,-27-38-707,-11-13-54,-12-18 28,-25-51-2705,-3-4-273,36 66 1970,0 1 0,0 0 1,-1 0-1,0 1 0,-16-13 0,-16-11-979,25 22 904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6:37:28.8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 83 6553,'3'-10'0,"-1"0"0,0-1 0,-1 1 0,0 0 0,-2-19 0,1 29 0,0 0 0,0 0 0,0 0 0,0 0 0,0 0 0,0 0 0,0 0 0,0 0 0,0 0-1,0 0 1,0 0 0,0 0 0,0 0 0,-1 0 0,1 0 0,0 0 0,0 0 0,0 0 0,0 0 0,0 0-1,0 0 1,0 0 0,0 0 0,0 0 0,0 0 0,0 0 0,0 0 0,0 0 0,0 0 0,0 0-1,-1 0 1,1 0 0,0 0 0,0 0 0,0 0 0,0 0 0,0 0 0,0 0 0,0 0 0,0 0 0,0 0-1,0-1 1,0 1 0,0 0 0,0 0 0,0 0 0,0 0 0,0 0 0,0 0 0,0 0 0,0 0-1,0 0 1,0 0 0,0 0 0,0 0 0,0 0 0,0 0 0,0-1 0,0 1 0,0 0 0,0 0 0,0 0-1,0 0 1,0 0 0,0 0 0,0 0 0,0 0 0,0 0 0,-4 7 47,-3 10 276,0 17 446,2-1 1,1 0-1,2 1 1,2 45-1,-1-8 306,-2 38 2216,-25 162 1,26-266-3030,1-12-105,0-11 37,3-3-519,0-1 0,1 1 1,1 0-1,1-1 0,1 2 0,16-39 0,-18 51 235,0 1-1,1 0 0,0 0 1,0 0-1,1 0 1,0 1-1,0 0 0,1 0 1,-1 0-1,1 1 0,0 0 1,1 1-1,-1-1 1,13-4-1,-14 7 151,0 0 0,0 0 0,1 0 0,-1 1 0,0 0 0,1 0 0,-1 0 0,1 1 0,-1 0 0,1 1 0,0-1 0,-1 1 0,0 1 0,1-1 0,-1 1 0,0 0 0,0 0 0,0 1 0,10 5 0,-4 0 81,-1 0 0,0 1-1,-1 0 1,1 1 0,-2 0-1,1 1 1,-2 0 0,1 0 0,-2 1-1,1 0 1,-2 0 0,1 1-1,-2 0 1,7 20 0,-10-23-34,-1 0-1,1 0 1,-2 0-1,1 1 1,-1-1 0,-1 0-1,0 0 1,-1 1 0,0-1-1,0 0 1,-1 0 0,0-1-1,-1 1 1,0-1-1,-9 16 1,8-16 7,-1 0 1,-1 0-1,0 0 1,0-1-1,0 0 1,-1 0-1,0-1 0,-1 0 1,0-1-1,0 1 1,0-2-1,-1 1 1,1-1-1,-17 5 0,20-8-59,1-1 0,-1 0 1,1 0-1,-1 0 0,1-1 0,-1 0 0,1 0 0,-1 0 0,1-1 0,-1 0 0,1 0 0,-1 0 0,1-1 0,0 0 0,0 0 0,0 0 0,-9-5 0,7 2-138,0 1-1,1-1 0,0 0 1,0-1-1,0 0 0,1 0 1,0 0-1,0 0 0,0-1 1,1 0-1,-6-11 0,9 16 34,0-1-1,0 1 0,0-1 0,0 1 0,0-1 0,1 1 0,-1-1 0,1 0 1,-1 1-1,1-1 0,0 1 0,0-1 0,0 0 0,1 1 0,-1-1 0,1 0 1,-1 1-1,1-1 0,0 1 0,0-1 0,2-3 0,6-9-268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6:37:29.4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180 1 6553,'-16'2'362,"11"-1"-248,1 0 0,-1 0 0,0 0 0,0 0 1,0 1-1,1 0 0,-8 4 0,3-2 62,1 2 0,0-1 0,0 1 0,1 0 0,0 1 0,0 0 0,0 0 0,1 0-1,0 1 1,0 0 0,1 0 0,0 0 0,0 1 0,1 0 0,0 0 0,1 0 0,0 0 0,0 1 0,1-1 0,0 1-1,0 14 1,1 1 463,1 0 0,1 0 0,8 41 0,-9-63-590,1-1 0,0 1 0,0 0 0,0-1 1,0 1-1,0-1 0,1 1 0,-1-1 0,1 0 0,-1 0 0,1 1 0,0-1 0,0 0 1,0 0-1,0-1 0,0 1 0,1 0 0,-1-1 0,0 1 0,1-1 0,-1 0 0,1 0 1,-1 0-1,1 0 0,0 0 0,0-1 0,-1 1 0,1-1 0,5 1 0,-3-1 31,-1 0-1,1-1 0,-1 1 0,1-1 0,-1 0 1,1 0-1,-1 0 0,0-1 0,1 0 1,-1 1-1,0-2 0,0 1 0,0 0 0,-1-1 1,1 1-1,-1-1 0,6-6 0,-1 0-220,-1-2-1,0 1 0,-1-1 0,0 0 0,-1 0 1,0 0-1,-1-1 0,0 0 0,5-24 1,-6 16-103,-1-1 0,0 0 0,-2 0 0,0 1 0,-4-27 0,1 33 101,-1 37 23,4 16 620,2 0-1,2 0 0,1-1 1,2 0-1,16 51 0,-20-79-365,1-1-1,0 0 0,1 0 0,0 0 0,1-1 0,8 12 0,-11-17-82,-1-1 0,1 1-1,0 0 1,0-1-1,0 1 1,1-1-1,-1 0 1,6 3-1,-7-5-21,0 1 0,1 0 0,-1-1 0,0 1 0,0-1-1,0 0 1,1 0 0,-1 0 0,0 0 0,0 0-1,0 0 1,1-1 0,-1 1 0,0-1 0,0 1 0,3-2-1,6-4 115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6:37:29.8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249 15 6553,'-16'-4'16,"7"1"160,0 1 1,0 0-1,-19-1 0,27 3-146,0 0 0,-1 0 0,1 1-1,0-1 1,0 0 0,-1 1 0,1-1-1,0 1 1,0-1 0,0 1 0,0-1-1,0 1 1,0 0 0,-1 0 0,2 0-1,-3 1 1,-12 18 335,8-9-118,-10 10 321,1 1 1,1 0 0,1 1-1,1 0 1,-13 33 0,18-35-70,1 1 1,2-1 0,0 1-1,-3 30 1,8-45-368,-1-1-1,2 1 1,-1 0 0,1-1-1,0 1 1,0 0-1,1-1 1,3 8 0,-3-10-56,-1 0 1,2 0 0,-1 0 0,0-1 0,1 1 0,0-1 0,-1 0-1,1 0 1,0 0 0,1 0 0,-1 0 0,1-1 0,-1 1 0,5 1-1,0 0 96,-1-1 0,1 0-1,0-1 1,1 0 0,-1 0-1,0 0 1,1-1 0,-1-1-1,0 1 1,1-1-1,-1-1 1,1 1 0,-1-2-1,0 1 1,13-5 0,-4 1-167,0-1 1,-1-1 0,0 0 0,0-2 0,-1 1 0,21-17 0,-7 1-441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6:37:30.4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139 26 6553,'-9'-25'0,"3"45"281,-10 40 841,-4 23 385,-11 143 2457,4-26-427,19-152-2666,0-1 666,-6 91 0,14-138-1528,0 0 1,0 1-1,0-1 1,0 0-1,0 0 1,0 0-1,0 0 1,0 0-1,0 0 1,0 1-1,0-1 1,0 0-1,0 0 1,0 0-1,0 0 1,0 0-1,0 0 0,0 1 1,0-1-1,0 0 1,0 0-1,0 0 1,0 0-1,1 0 1,-1 0-1,0 0 1,0 1-1,0-1 1,0 0-1,0 0 1,0 0-1,0 0 0,0 0 1,0 0-1,1 0 1,-1 0-1,0 0 1,0 0-1,0 0 1,0 0-1,0 0 1,1 0-1,4-4 284,7-16-164,-8 15-286,23-39-544,-8 13-285,37-46 1,-48 68 769,0 0-1,1 1 1,0-1-1,0 2 1,1 0-1,0 0 1,0 0 0,21-9-1,-28 15 228,0 0 1,0 0-1,0 0 0,1 0 1,-1 1-1,0-1 0,0 1 0,5-1 1,-6 2 1,0-1 0,-1 0 0,1 0 0,0 1 0,-1-1 0,1 1 0,-1 0 0,1-1 0,0 1 0,-1 0 0,0 0 0,1 0 0,-1 0 0,1 0 0,-1 0 0,0 0 0,2 2 0,38 42 388,-24-28-111,-2 0 0,25 35 1,-22-21-18,25 35 315,-37-58-499,0-1 1,0 1-1,1-2 1,0 1-1,0-1 1,9 6-1,-15-11-79,0 0 0,0-1-1,0 1 1,0-1 0,0 1 0,1-1-1,-1 1 1,0-1 0,0 0 0,0 0 0,3 1-1,-4-1-3,1 0-1,-1 0 0,1 0 0,-1-1 1,1 1-1,-1 0 0,0 0 1,1 0-1,-1 0 0,1-1 0,-1 1 1,0 0-1,1 0 0,-1-1 1,0 1-1,1 0 0,-1-1 0,0 1 1,1 0-1,-1-1 0,1 0 1,0-1 11,0-1 0,-1 0 0,1 0 0,0 0 0,-1 0 0,1 1 0,-1-7 0,0-7-154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6:37:30.7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0 263 6553,'126'-87'915,"-101"71"-910,2 2 0,0 1-1,31-11 1,-28 14-46,-1-1 1,-1-1-1,0-2 0,-1-1 1,29-21-1,-43 25 20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6:37:31.0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 6553,'0'5'0,"2"1"241,5-2-1,1 0-240,11-3 537,1-1-296,3 0 239,1-4-140,2-1 141,-1-3 56,1-2-57,0 1 58,-6 4-298,-4-2 100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6:37:31.9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140 353 6553,'-1'0'20,"-23"15"576,23-15-578,0 1-1,0-1 0,1 1 0,-1-1 0,0 1 0,0-1 0,1 1 0,-1 0 0,1-1 0,-1 1 1,0 0-1,1 0 0,0-1 0,-1 1 0,1 0 0,-1 0 0,1 0 0,0 0 0,0 0 0,-1 0 1,1-1-1,0 1 0,0 0 0,0 0 0,0 2 0,0-3-7,1 1 0,-1-1-1,1 1 1,-1-1 0,0 0 0,1 1 0,-1-1-1,1 0 1,-1 1 0,1-1 0,-1 0 0,1 1-1,-1-1 1,1 0 0,0 0 0,-1 0 0,1 0-1,-1 1 1,1-1 0,0 0 0,14 0 376,-14 0-358,9 0 81,1-1 1,-1 0-1,1-1 0,-1 0 0,0-1 0,0 0 1,0-1-1,-1 0 0,1 0 0,-1-1 0,0 0 0,11-8 1,-5 1-187,-1 1 0,-1-2 1,0 0-1,0-1 1,-1 0-1,11-17 0,-18 23 44,-1-1-1,0 1 0,0 0 0,-1-1 0,0 0 0,0 0 0,-1 0 0,0 0 1,-1 0-1,0 0 0,0-1 0,-2-13 0,1 17 13,-1 0-1,0-1 0,0 1 1,-1 0-1,0 0 1,0 0-1,0 1 1,-5-10-1,4 11 8,1 1 0,-1-1 0,1 1 0,-1 0 0,0 0 0,-1 0-1,1 0 1,0 0 0,-1 1 0,1-1 0,-1 1 0,0 0 0,-4-2 0,4 3 46,1 0-1,-1 0 1,0 0 0,1 0 0,-1 1 0,0 0 0,1 0 0,-1 0 0,0 0 0,1 0-1,-1 1 1,0-1 0,1 1 0,-1 0 0,1 0 0,-1 1 0,-5 2 0,-3 2 278,1 1 0,-1 1 0,-13 12 0,15-12-163,-8 7 317,1 1 1,1 0-1,0 2 1,1 0-1,0 0 0,2 2 1,-22 39-1,26-40-93,1 0-1,1 0 1,1 0-1,0 1 1,1-1-1,2 1 1,0 1-1,1-1 1,0 29-1,3-39-206,0 0 0,0 0 0,1-1 0,1 1 0,-1-1-1,1 1 1,1-1 0,0 0 0,0 0 0,1-1 0,0 1 0,1-1 0,-1 0 0,1 0 0,1-1 0,0 0 0,0 0 0,0 0-1,1-1 1,0 0 0,0-1 0,0 0 0,1 0 0,10 4 0,-6-3 116,-1-1 0,1 0 0,-1-1 0,1 0 0,27 3 0,-34-7-216,0 0-1,0 0 1,0 0 0,0-1-1,0 1 1,0-2-1,0 1 1,0-1-1,0 0 1,-1 0-1,1 0 1,-1-1-1,1 0 1,-1 0-1,8-6 1,-1 0-342,-1-1 0,0-1 1,0 1-1,-2-2 0,1 1 0,-1-1 0,-1-1 1,8-14-1,-2-3-445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6:37:32.5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6553,'-1'27'609,"1"-1"-1,1 0 0,2 1 0,7 36 1,2 11 675,1 245 4227,5-372-5145,-9 24-700,1 0 0,2 1 0,1 1 0,1 0 0,1 1 0,2 0 0,0 2 0,2 0 0,21-22 0,7 2-354,22-25-357,-66 66 1041,0 0 0,0 0 0,0 0 0,0 1 0,1-1 0,-1 1 0,1 0 0,-1 0 0,1 0 0,0 1 0,0-1 0,0 1 0,0 0 0,0 0 0,0 0 0,0 0 0,5 1-1,-6 0 48,0 0-1,0 0 1,0 1-1,0 0 0,0-1 1,0 1-1,0 0 1,0 0-1,0 1 0,0-1 1,0 1-1,0-1 0,-1 1 1,1 0-1,-1 0 1,1 0-1,-1 0 0,0 1 1,0-1-1,0 1 0,0-1 1,2 5-1,2 4 160,-1 1 1,0-1-1,-1 1 0,-1 0 0,1 0 0,-2 0 0,0 0 0,1 19 1,-5 101 1414,2-120-1485,-2 3 248,-5 24 1,4-27-95,1 1 1,-2 23 0,4-30-257,1-2-30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6:37:33.3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300 603 6553,'0'-1'-1,"0"0"0,0 0 0,-1 0 0,1 0 0,0 1 0,0-1 0,0 0 0,-1 0 0,1 0 0,0 1 0,-1-1-1,1 0 1,-1 0 0,1 1 0,-1-1 0,1 0 0,-1 1 0,1-1 0,-1 1 0,0-1 0,1 1 0,-2-2 0,0 1 12,0 0 0,0 1 1,0-1-1,0 0 0,0 1 1,0-1-1,0 1 0,0 0 1,-3-1-1,1 1 69,-1 0-1,1 0 0,-1 1 1,1-1-1,-1 1 1,1 0-1,0 0 1,-6 3-1,0 1 173,0 1 0,1 1 0,0-1 0,0 2 0,1-1 0,-12 14 0,-41 58 1542,40-51-1247,13-15-246,0 0 0,0 0-1,1 1 1,1 0-1,0 0 1,1 1-1,1-1 1,0 1 0,1 0-1,1 1 1,0-1-1,1 0 1,0 0-1,2 1 1,3 27-1,-4-40-248,1-1-1,-1 0 0,1 1 1,0-1-1,-1 0 0,1 1 0,0-1 1,1 0-1,-1 0 0,0 0 0,1 0 1,-1 0-1,1 0 0,-1 0 1,1 0-1,0-1 0,0 1 0,0-1 1,0 1-1,3 1 0,1-1 82,0 0-1,0 0 1,0 0-1,0-1 1,0 0-1,13 0 1,-12 0 19,1-1 0,0-1 1,0 1-1,0-1 1,0-1-1,-1 1 1,1-1-1,-1-1 1,1 1-1,8-5 0,-6 1-204,-1 1 0,1-2 0,-1 1 0,0-1 0,0-1 0,11-12 0,-8 6-233,0-1 0,-1-1 0,-1 0 0,0 0 0,-1-1 1,-1-1-1,0 1 0,5-23 0,-5 6-481,5-37 1,-1-3-190,11-33-429,53-317-4428,-72 391 5331,3-46 173,-7 79 308,0 0 0,0 0 0,0 0 0,0 0-1,0 0 1,0 0 0,0 0 0,-1 0 0,1 0 0,0 0-1,0 0 1,0 0 0,0 0 0,0 0 0,0 0-1,0 0 1,0 0 0,0 0 0,0 0 0,0 0 0,0 0-1,0 0 1,0 0 0,0 0 0,0 0 0,0 0-1,0 0 1,0 0 0,0 0 0,0 0 0,0 0 0,0 0-1,0 0 1,0 0 0,0 0 0,0 0 0,0 0-1,0-1 1,0 1 0,0 0 0,0 0 0,0 0 0,0 0-1,0 0 1,0 0 0,-3 7 45,-3 12 242,-31 157 2892,29-134-2391,-32 261 4416,37-272-4724,-7 80 3131,9 193 1,3-274-3179,9 41 0,-8-58-440,0 0 0,1-1 0,0 0 0,1 0 0,11 21 0,-4-19 7,-11-14 0,-1 1 0,0-1 0,1 1 0,-1-1 0,1 0 0,-1 1 0,0-1 0,1 0 0,-1 0 0,1 1 0,-1-1 0,1 0 0,-1 0 0,1 0 0,-1 1 0,1-1 0,-1 0 0,1 0 0,-1 0 0,1 0 0,-1 0 0,1 0 0,-1 0 0,1 0 0,-1 0 0,1-1 0,0 1 0,-1 0 0,0 0 0,2-1 0,1-7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6:37:39.6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 6553,'0'0'5,"0"-1"0,0 1-1,0 0 1,0-1-1,0 1 1,0 0-1,1-1 1,-1 1-1,0 0 1,0-1-1,0 1 1,0 0 0,0-1-1,0 1 1,1 0-1,-1 0 1,0-1-1,0 1 1,0 0-1,1 0 1,-1-1 0,0 1-1,0 0 1,1 0-1,-1-1 1,0 1-1,0 0 1,1 0-1,-1 0 1,0 0 0,1-1-1,-1 1 1,0 0-1,1 0 1,-1 0-1,1 0 1,-1 1 30,1-1 0,0 1 0,-1 0 0,1-1 1,0 1-1,-1 0 0,1-1 0,-1 1 0,0 0 0,1 0 0,-1 0 1,1 1-1,8 28 927,47 404 12466,-54-414-12768,-9-46-83,1 2-1243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6:37:40.0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87 6553,'-1'-3'-3,"1"0"0,0 0 0,1 0-1,-1 0 1,0-1 0,1 1 0,0 0-1,0 0 1,0 0 0,0 0 0,0 0-1,1 0 1,-1 1 0,1-1 0,0 0-1,0 1 1,0-1 0,0 1 0,0-1-1,0 1 1,1 0 0,-1 0-1,1 0 1,-1 0 0,1 1 0,0-1-1,3-1 1,-1 1 98,0 0 0,1 0 0,-1 0 0,1 1 0,0 0 0,-1 0 0,1 0 0,0 1 0,-1 0 0,1 0 0,0 0 0,0 1 0,-1-1 0,9 3 0,-5 1 225,0 0-1,0 0 1,0 1-1,-1 0 1,0 0-1,0 1 0,0 0 1,0 1-1,-1-1 1,0 1-1,-1 1 1,0-1-1,0 1 1,0 0-1,-1 1 1,0-1-1,-1 1 1,0 0-1,0 0 1,2 12-1,-4-15-135,-1-1 0,0 0-1,0 1 1,0-1 0,-1 1-1,1-1 1,-2 1 0,1-1 0,0 1-1,-1-1 1,0 0 0,-1 1-1,1-1 1,-1 0 0,0 0 0,0 0-1,0 0 1,-1 0 0,0 0 0,0-1-1,-5 7 1,3-6 27,1-1 0,-1 1 0,0-1 0,0 0 0,0 0 0,0-1 0,-1 0 0,0 0 0,1 0 0,-1-1 0,0 0 0,-1 0 1,1 0-1,0-1 0,0 1 0,-1-2 0,1 1 0,-8-1 0,8 0-36,-1 0 0,0-1 0,1 0 1,-1 0-1,0 0 0,1-1 0,-1 0 1,1 0-1,0-1 0,-11-6 0,11 4-175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6:37:40.7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 6553,'1'-2'11,"0"1"0,-1-1 0,1 1 0,0-1 0,0 1 0,0 0 0,0-1 0,0 1 0,0 0 0,0 0 0,0 0 0,2-1 0,-3 1 2,0 1-1,1 0 1,-1 0-1,0 0 1,0 0-1,1 0 1,-1 0-1,0 0 1,1 0-1,-1-1 1,0 1-1,0 0 0,1 0 1,-1 0-1,0 1 1,1-1-1,-1 0 1,0 0-1,0 0 1,1 0-1,-1 0 1,0 0-1,1 0 1,-1 0-1,0 0 1,1 1-1,-1 0 14,1-1 0,-1 1 1,1 0-1,-1-1 0,1 1 0,-1 0 1,1 0-1,-1 0 0,0 0 0,1-1 0,-1 1 1,1 2-1,13 71 3166,-3 0-1,2 82 1,-11 150 4434,-2-297-7626,0-5 0,1-1 0,-1 1 0,0-1 0,0 1 0,-1-1 0,1 1 0,-1-1 0,0 1 0,0-1 0,0 1 0,0-1 0,-3 6 0,0-6 0,0-3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6:37:41.4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117 291 6553,'1'-1'-1,"0"0"0,0 0-1,0 0 1,-1 1-1,1-1 1,0 0-1,-1 0 1,1 0-1,-1 0 1,1 0 0,-1 0-1,1 0 1,-1 0-1,1 0 1,-1-1-1,0 1 1,0 0 0,0 0-1,0 0 1,0 0-1,0 0 1,0-1-1,0 1 1,0 0-1,0 0 1,0 0 0,-1 0-1,1 0 1,-1 0-1,0-2 1,1 2 20,-1 1-1,1-1 1,-1 0 0,1 0-1,-1 1 1,0-1 0,1 1-1,-1-1 1,0 0 0,1 1-1,-1-1 1,0 1 0,0 0-1,1-1 1,-1 1 0,0 0-1,0-1 1,0 1 0,0 0 0,1 0-1,-1 0 1,0 0 0,0-1-1,0 1 1,0 0 0,0 1-1,0-1 1,1 0 0,-1 0-1,0 0 1,0 0 0,0 1-1,0-1 1,1 0 0,-1 1 0,0-1-1,0 1 1,1-1 0,-1 1-1,0-1 1,1 1 0,-1 0-1,0 0 1,-6 5 274,2 0 0,-1 0 0,1 0 0,0 1 0,0 0 1,0 0-1,1 0 0,0 1 0,-3 9 0,-3 11 1076,-8 34-1,15-50-916,0 0 0,2 0 0,-1 0-1,1 1 1,1-1 0,0 0-1,1 0 1,4 21 0,-4-28-290,1-1 0,-1 0 0,1 0 0,-1 1 0,1-1 0,1 0 0,-1 0 0,0-1 0,1 1 0,0 0 0,5 4 0,-5-6-41,-1 0 0,1 0-1,1 0 1,-1 0 0,0 0 0,0-1-1,1 1 1,-1-1 0,1 0 0,-1 0-1,1-1 1,-1 1 0,1-1-1,-1 1 1,1-1 0,4-1 0,-2 1 25,-1 0 0,1-1 1,-1 0-1,1 0 1,-1-1-1,0 1 0,1-1 1,-1 0-1,0-1 0,0 1 1,9-7-1,-10 6-266,-1-1 1,1 1-1,-1-1 0,1 1 0,-1-1 1,0 0-1,-1 0 0,1-1 1,-1 1-1,0 0 0,0-1 0,0 0 1,2-9-1,4-25-1443,-1 0 1,-3 0-1,0-57 0,-5 35-1531,-15-91-1,15 145 2849,-1-5-177,0 0-1,0 0 0,-8-19 0,9 29 397,0-1 0,0 1-1,-1-1 1,1 1 0,-1-1-1,0 1 1,1 0 0,-1 0-1,-3-3 1,4 4 56,-1 1 0,1-1-1,0 0 1,0 0 0,-1 1 0,1-1-1,-1 1 1,1-1 0,0 1-1,-1 0 1,1-1 0,-1 1 0,1 0-1,-1 0 1,1 0 0,-1 0 0,1 0-1,-3 1 1,3 0 2,0-1 0,0 0 1,1 1-1,-1-1 0,0 1 0,1-1 0,-1 1 1,1-1-1,-1 1 0,0 0 0,1-1 0,-1 1 1,1 0-1,-1-1 0,1 1 0,0 0 0,-1 0 1,1 0-1,0-1 0,0 1 0,-1 0 0,1 0 1,0 0-1,0 0 0,0-1 0,0 1 0,0 0 1,0 0-1,0 0 0,0 0 0,0-1 0,1 3 1,6 27 943,11 16 543,-4-7 945,18 72-1,-16-51 616,27 73 0,-13-46-419,-18-49-2508,25 51 1,-28-70-157,2-1 0,0-1 0,1 1 0,20 22 0,-25-33 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6:37:46.69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303 80 6529,'-9'-13'13456,"5"11"-13781,-9-3 325,-1 1 0,-20-4 0,-18-5 0,26 4 0,-33-11 0,52 18 0,0 1 0,0 0 0,0 0 0,0 1 0,0-1 0,-11 2 0,16-1 0,1 0 0,0 0 0,-1 1 0,1-1 0,0 0 0,0 0 0,-1 1 0,1-1 0,0 0 0,0 1 0,0 0 0,-1-1 0,1 1 0,0 0 0,0-1 0,0 1 0,0 0 0,0 0 0,0 0 0,1 0 0,-1 0 0,0 0 0,0 0 0,1 0 0,-1 0 0,0 0 0,1 0 0,-1 1 0,1-1 0,0 0 0,-1 0 0,1 1 0,0-1 0,0 0 0,0 0 0,0 1 0,0-1 0,0 0 0,0 1 0,0-1 0,0 0 0,1 2 0,1 4 0,0 0 0,1 0 0,0 0 0,0-1 0,1 1 0,5 6 0,-6-7-28,1 1-1,-1-1 0,-1 0 1,1 1-1,-1-1 0,0 1 1,-1 0-1,2 8 0,1 58-2344,-3-41 749,2 182 1262,5 68 402,-7-279-40,3 51 8,-3 78 0,-4-116-5,6 9 4664,16-27-8806,-14 1 3632,6 1 1235,-1 0 0,1 1 0,0 0 0,17 5 0,-2-2 68,-13-1-842,10 0-100,-22-3 151,0 0 1,0 0 0,-1 0-1,1-1 1,0 1-1,0 0 1,0 0 0,0-1-1,0 1 1,-1-1 0,1 1-1,0-1 1,0 1 0,-1-1-1,1 1 1,0-1 0,-1 0-1,1 1 1,0-1 0,-1 0-1,1-1 1,5-8 163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6:37:47.24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258 82 5213,'-2'-5'1294,"0"1"0,1-1 0,0 1 0,0-1 0,-1-6 1,2 9-977,0 0 0,0 1 0,0-1 0,0 1 1,0-1-1,0 1 0,0-1 0,1 1 1,-1-1-1,0 1 0,1-1 0,0 1 0,-1 0 1,1-1-1,0 1 0,0 0 0,-1-1 1,1 1-1,0 0 0,2-2 0,-3 3-318,0 0 0,1 0 0,-1 0 0,0 0 0,0 0 0,0-1 0,0 1 0,0 0 0,1 0 0,-1 0 0,0 0 0,0 0 0,0 0 0,0-1 0,0 1 0,0 0 0,1 0 0,-1 0 0,0 0 0,0-1 0,0 1 0,0 0 0,0 0 0,0 0 0,0-1 0,0 1 0,0 0 0,0 0 0,0 0 0,0-1 0,0 1 0,0 0 0,0 0 0,0 0 0,0-1 0,0 1 0,0 0 0,0 0 0,-1 0 0,1 0 0,0-1 0,0 1 0,0 0 0,0 0 0,0 0 0,-12-5 0,-17 2 0,25 3 0,-1 1 0,0 0 0,0 0 0,1 0 0,-1 1 0,1-1 0,-1 1 0,1 0 0,0 1 0,0-1 0,0 1 0,0-1 0,-4 5 0,-1 0 0,1 2 0,-1-1 0,1 1 0,-8 12 0,1 2 0,1 0 0,1 1 0,2 1 0,0 0 0,2 0 0,0 1 0,2 0 0,-4 28 0,8-41 0,2 1 0,0-1 0,1 0 0,0 0 0,1 0 0,0 1 0,7 23 0,-7-31 0,1 0 0,0-1 0,0 0 0,1 1 0,-1-1 0,1 0 0,0 0 0,0-1 0,1 1 0,0-1 0,0 1 0,0-1 0,0 0 0,0 0 0,1-1 0,0 0 0,-1 1 0,1-2 0,1 1 0,5 2 0,0-1 0,0 0 0,1-1 0,-1-1 0,0 0 0,1 0 0,0-1 0,-1-1 0,1 0 0,0 0 0,-1-1 0,15-3 0,-23 3-44,0-1 0,1 1 0,-1-1 0,0 0 0,0 0 0,0 0 0,0 0-1,0 0 1,0-1 0,0 1 0,4-7 0,6-5 419,1 3-221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6:37:47.77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224 26 9462,'-1'-1'366,"0"-1"-1,1 0 1,-1 1-1,0-1 1,0 1-1,0-1 1,-1 1-1,1 0 1,0 0-1,0-1 1,-1 1-1,1 0 1,-1 0-1,1 0 1,-1 0-1,1 0 1,-1 1-1,0-1 1,-3-1-1,3 2-170,0 0 0,-1 0 0,1 0 0,0 0 0,-1 0 0,1 1 0,0-1 0,-1 1 0,1 0 0,0-1 0,0 1 0,0 0 0,-3 2 0,-3 2-172,0 0-1,0 1 1,1 0-1,0 0 1,0 1 0,-8 10-1,11-12-22,0 1 0,1-1 0,-1 1 0,1 0 0,1 0 0,-1 0 0,1 0 0,0 0 0,0 0 0,0 1 0,1-1 0,0 1 0,1-1 0,-1 1 0,1 0 0,0-1 0,1 1 0,0-1 0,0 1 0,0-1 0,1 1 0,0-1 0,0 0 0,0 0 0,1 0 0,0 0 0,0 0 0,1-1 0,0 1 0,0-1 0,4 5 0,10 9 3,33 27-1,-39-36-24,1 0 0,-1 1 0,-1 1 1,0 0-1,-1 1 0,17 25 0,-23-29-429,-1-1 0,0 1 0,-1 0 0,0 0 0,0 0 0,-1 0 0,0 0 0,-1 1 0,0-1 0,-2 17 0,1-22 452,0 1 0,0-1 0,0 0-1,-1 0 1,1 0 0,-1 0 0,0 0 0,0 0 0,-1 0 0,1-1-1,-1 1 1,0-1 0,0 0 0,0 0 0,0 0 0,-1 0-1,-3 3 1,1-3 0,1 1 0,-1-1 0,0 0 0,0-1 0,0 1 0,0-1 0,0 0 0,-1-1 0,1 0 0,-13 1-1,12-1-22,0-1-1,0-1 0,0 1 1,0-1-1,0 0 0,0-1 0,0 1 1,0-2-1,0 1 0,1-1 1,-1 0-1,1 0 0,0 0 1,-1-1-1,2 0 0,-1-1 0,-6-5 1,8 7-164,1 0 0,0 0 0,0 0 1,0-1-1,0 1 0,0-1 0,1 1 0,-1-1 1,1 0-1,0 0 0,0 0 0,1-1 0,-1 1 1,1 0-1,0-1 0,0 1 0,0-1 1,1 1-1,-1-1 0,2-7 0,0-6-566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6:37:48.21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68 9230,'3'0'557,"0"0"0,1 1 0,-1 0 0,0-1 0,0 1 0,0 0 0,1 1 0,-1-1 0,0 0 0,0 1 0,0 0 0,-1 0 0,1 0 0,0 0 0,-1 0 0,5 5 0,2 4-172,0 0 1,12 22-1,-15-24-580,43 86 248,-12-18-1066,6-3-2184,20 39 2402,-58-102 797,-5-9-2,1 0 1,0 0-1,-1-1 1,1 1 0,0 0-1,0 0 1,0-1 0,9-1 4153,-10-1-4045,4-8 573,0-6-682,-1-1 0,2-28 0,0-4 0,19-63 399,-10 60-2538,1 2 0,46-95 0,-39 99 257,-20 35 4092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6:37:48.967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61 1 9746,'1'1'330,"-1"1"-1,1-1 1,0 0-1,-1 0 1,1 0-1,0 1 1,0-1-1,0 0 1,0 0-1,0 0 1,0 0-1,0 0 1,1-1-1,-1 1 0,0 0 1,0-1-1,1 1 1,-1 0-1,0-1 1,1 0-1,-1 1 1,0-1-1,1 0 1,-1 1-1,3-1 1,7 1 215,0 0-1,14-1 1,-16-1-832,59-1 287,44 2 0,-99 1 0,0 1 0,0 0 0,0 1 0,0 0 0,-1 1 0,19 8 0,-14-4 0,0-1 0,24 7 0,-40-14 0,1 1 0,0-1 0,-1 1 0,1 0 0,-1 0 0,1 0 0,-1 0 0,1 0 0,-1 0 0,0 0 0,0 1 0,1-1 0,-1 0 0,0 1 0,0-1 0,0 1 0,0-1 0,-1 1 0,1-1 0,0 1 0,-1 0 0,1-1 0,-1 1 0,1 0 0,-1-1 0,0 1 0,0 3 0,1 5 0,-1 0 0,-1 0 0,-2 17 0,1-14 0,-7 56 0,-3 19 0,0 92 0,23 83 296,0-66-1136,-11-66-3344,0-124 3939,-1 0-1,1 0 1,-1 0-1,-1-1 1,1 1 0,-4 8-1,4-14 416,0 1 0,0 0 0,0 0 0,0 0 0,0-1 0,0 1 0,0 0 0,-1-1 0,1 1 0,0-1 0,-1 0 0,0 1 0,1-1 0,-1 0 0,0 0 0,0 0 0,1 0 0,-1 0 0,0 0 0,0-1 0,0 1 0,0-1 0,0 1 0,-4-1 0,0 0 38,0 0 1,1-1-1,-1 0 0,0 0 0,1-1 0,-1 1 0,1-1 0,-1 0 0,1-1 0,-8-4 0,6 3-231,-1 0 0,0 1-1,-16-5 1,7 5 51,-1 1-1,1 1 0,-1 0 1,0 1-1,1 1 1,-24 4-1,-32 10-1584,3 4-4211,32-8 2666,10-8 1735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8B18C-C870-45A3-B05D-9C4E2842E55C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056CC2-0E0E-4A15-8BBC-E8023A015E8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8808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056CC2-0E0E-4A15-8BBC-E8023A015E88}" type="slidenum">
              <a:rPr lang="en-CH" smtClean="0"/>
              <a:t>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89327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Monaco Editor: Syntax highlighting, Autocomplete</a:t>
            </a:r>
          </a:p>
          <a:p>
            <a:endParaRPr lang="de-CH" dirty="0"/>
          </a:p>
          <a:p>
            <a:r>
              <a:rPr lang="de-CH" dirty="0"/>
              <a:t>	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056CC2-0E0E-4A15-8BBC-E8023A015E88}" type="slidenum">
              <a:rPr lang="en-CH" smtClean="0"/>
              <a:t>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71888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6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7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768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473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410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74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984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391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5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81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24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7141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1.png"/><Relationship Id="rId21" Type="http://schemas.openxmlformats.org/officeDocument/2006/relationships/image" Target="../media/image13.png"/><Relationship Id="rId42" Type="http://schemas.openxmlformats.org/officeDocument/2006/relationships/customXml" Target="../ink/ink20.xml"/><Relationship Id="rId63" Type="http://schemas.openxmlformats.org/officeDocument/2006/relationships/image" Target="../media/image34.png"/><Relationship Id="rId84" Type="http://schemas.openxmlformats.org/officeDocument/2006/relationships/customXml" Target="../ink/ink41.xml"/><Relationship Id="rId16" Type="http://schemas.openxmlformats.org/officeDocument/2006/relationships/customXml" Target="../ink/ink7.xml"/><Relationship Id="rId107" Type="http://schemas.openxmlformats.org/officeDocument/2006/relationships/image" Target="../media/image56.png"/><Relationship Id="rId11" Type="http://schemas.openxmlformats.org/officeDocument/2006/relationships/image" Target="../media/image8.png"/><Relationship Id="rId32" Type="http://schemas.openxmlformats.org/officeDocument/2006/relationships/customXml" Target="../ink/ink15.xml"/><Relationship Id="rId37" Type="http://schemas.openxmlformats.org/officeDocument/2006/relationships/image" Target="../media/image21.png"/><Relationship Id="rId53" Type="http://schemas.openxmlformats.org/officeDocument/2006/relationships/image" Target="../media/image29.png"/><Relationship Id="rId58" Type="http://schemas.openxmlformats.org/officeDocument/2006/relationships/customXml" Target="../ink/ink28.xml"/><Relationship Id="rId74" Type="http://schemas.openxmlformats.org/officeDocument/2006/relationships/customXml" Target="../ink/ink36.xml"/><Relationship Id="rId79" Type="http://schemas.openxmlformats.org/officeDocument/2006/relationships/image" Target="../media/image42.png"/><Relationship Id="rId102" Type="http://schemas.openxmlformats.org/officeDocument/2006/relationships/customXml" Target="../ink/ink50.xml"/><Relationship Id="rId123" Type="http://schemas.openxmlformats.org/officeDocument/2006/relationships/image" Target="../media/image64.png"/><Relationship Id="rId128" Type="http://schemas.openxmlformats.org/officeDocument/2006/relationships/customXml" Target="../ink/ink63.xml"/><Relationship Id="rId5" Type="http://schemas.openxmlformats.org/officeDocument/2006/relationships/image" Target="../media/image5.png"/><Relationship Id="rId90" Type="http://schemas.openxmlformats.org/officeDocument/2006/relationships/customXml" Target="../ink/ink44.xml"/><Relationship Id="rId95" Type="http://schemas.openxmlformats.org/officeDocument/2006/relationships/image" Target="../media/image50.png"/><Relationship Id="rId22" Type="http://schemas.openxmlformats.org/officeDocument/2006/relationships/customXml" Target="../ink/ink10.xml"/><Relationship Id="rId27" Type="http://schemas.openxmlformats.org/officeDocument/2006/relationships/image" Target="../media/image16.png"/><Relationship Id="rId43" Type="http://schemas.openxmlformats.org/officeDocument/2006/relationships/image" Target="../media/image24.png"/><Relationship Id="rId48" Type="http://schemas.openxmlformats.org/officeDocument/2006/relationships/customXml" Target="../ink/ink23.xml"/><Relationship Id="rId64" Type="http://schemas.openxmlformats.org/officeDocument/2006/relationships/customXml" Target="../ink/ink31.xml"/><Relationship Id="rId69" Type="http://schemas.openxmlformats.org/officeDocument/2006/relationships/image" Target="../media/image37.png"/><Relationship Id="rId113" Type="http://schemas.openxmlformats.org/officeDocument/2006/relationships/image" Target="../media/image59.png"/><Relationship Id="rId118" Type="http://schemas.openxmlformats.org/officeDocument/2006/relationships/customXml" Target="../ink/ink58.xml"/><Relationship Id="rId134" Type="http://schemas.openxmlformats.org/officeDocument/2006/relationships/customXml" Target="../ink/ink66.xml"/><Relationship Id="rId80" Type="http://schemas.openxmlformats.org/officeDocument/2006/relationships/customXml" Target="../ink/ink39.xml"/><Relationship Id="rId85" Type="http://schemas.openxmlformats.org/officeDocument/2006/relationships/image" Target="../media/image45.png"/><Relationship Id="rId12" Type="http://schemas.openxmlformats.org/officeDocument/2006/relationships/customXml" Target="../ink/ink5.xml"/><Relationship Id="rId17" Type="http://schemas.openxmlformats.org/officeDocument/2006/relationships/image" Target="../media/image11.png"/><Relationship Id="rId33" Type="http://schemas.openxmlformats.org/officeDocument/2006/relationships/image" Target="../media/image19.png"/><Relationship Id="rId38" Type="http://schemas.openxmlformats.org/officeDocument/2006/relationships/customXml" Target="../ink/ink18.xml"/><Relationship Id="rId59" Type="http://schemas.openxmlformats.org/officeDocument/2006/relationships/image" Target="../media/image32.png"/><Relationship Id="rId103" Type="http://schemas.openxmlformats.org/officeDocument/2006/relationships/image" Target="../media/image54.png"/><Relationship Id="rId108" Type="http://schemas.openxmlformats.org/officeDocument/2006/relationships/customXml" Target="../ink/ink53.xml"/><Relationship Id="rId124" Type="http://schemas.openxmlformats.org/officeDocument/2006/relationships/customXml" Target="../ink/ink61.xml"/><Relationship Id="rId129" Type="http://schemas.openxmlformats.org/officeDocument/2006/relationships/image" Target="../media/image67.png"/><Relationship Id="rId54" Type="http://schemas.openxmlformats.org/officeDocument/2006/relationships/customXml" Target="../ink/ink26.xml"/><Relationship Id="rId70" Type="http://schemas.openxmlformats.org/officeDocument/2006/relationships/customXml" Target="../ink/ink34.xml"/><Relationship Id="rId75" Type="http://schemas.openxmlformats.org/officeDocument/2006/relationships/image" Target="../media/image40.png"/><Relationship Id="rId91" Type="http://schemas.openxmlformats.org/officeDocument/2006/relationships/image" Target="../media/image48.png"/><Relationship Id="rId96" Type="http://schemas.openxmlformats.org/officeDocument/2006/relationships/customXml" Target="../ink/ink4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23" Type="http://schemas.openxmlformats.org/officeDocument/2006/relationships/image" Target="../media/image14.png"/><Relationship Id="rId28" Type="http://schemas.openxmlformats.org/officeDocument/2006/relationships/customXml" Target="../ink/ink13.xml"/><Relationship Id="rId49" Type="http://schemas.openxmlformats.org/officeDocument/2006/relationships/image" Target="../media/image27.png"/><Relationship Id="rId114" Type="http://schemas.openxmlformats.org/officeDocument/2006/relationships/customXml" Target="../ink/ink56.xml"/><Relationship Id="rId119" Type="http://schemas.openxmlformats.org/officeDocument/2006/relationships/image" Target="../media/image62.png"/><Relationship Id="rId44" Type="http://schemas.openxmlformats.org/officeDocument/2006/relationships/customXml" Target="../ink/ink21.xml"/><Relationship Id="rId60" Type="http://schemas.openxmlformats.org/officeDocument/2006/relationships/customXml" Target="../ink/ink29.xml"/><Relationship Id="rId65" Type="http://schemas.openxmlformats.org/officeDocument/2006/relationships/image" Target="../media/image35.png"/><Relationship Id="rId81" Type="http://schemas.openxmlformats.org/officeDocument/2006/relationships/image" Target="../media/image43.png"/><Relationship Id="rId86" Type="http://schemas.openxmlformats.org/officeDocument/2006/relationships/customXml" Target="../ink/ink42.xml"/><Relationship Id="rId130" Type="http://schemas.openxmlformats.org/officeDocument/2006/relationships/customXml" Target="../ink/ink64.xml"/><Relationship Id="rId135" Type="http://schemas.openxmlformats.org/officeDocument/2006/relationships/image" Target="../media/image70.png"/><Relationship Id="rId13" Type="http://schemas.openxmlformats.org/officeDocument/2006/relationships/image" Target="../media/image9.png"/><Relationship Id="rId18" Type="http://schemas.openxmlformats.org/officeDocument/2006/relationships/customXml" Target="../ink/ink8.xml"/><Relationship Id="rId39" Type="http://schemas.openxmlformats.org/officeDocument/2006/relationships/image" Target="../media/image22.png"/><Relationship Id="rId109" Type="http://schemas.openxmlformats.org/officeDocument/2006/relationships/image" Target="../media/image57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30.png"/><Relationship Id="rId76" Type="http://schemas.openxmlformats.org/officeDocument/2006/relationships/customXml" Target="../ink/ink37.xml"/><Relationship Id="rId97" Type="http://schemas.openxmlformats.org/officeDocument/2006/relationships/image" Target="../media/image51.png"/><Relationship Id="rId104" Type="http://schemas.openxmlformats.org/officeDocument/2006/relationships/customXml" Target="../ink/ink51.xml"/><Relationship Id="rId120" Type="http://schemas.openxmlformats.org/officeDocument/2006/relationships/customXml" Target="../ink/ink59.xml"/><Relationship Id="rId125" Type="http://schemas.openxmlformats.org/officeDocument/2006/relationships/image" Target="../media/image65.png"/><Relationship Id="rId7" Type="http://schemas.openxmlformats.org/officeDocument/2006/relationships/image" Target="../media/image6.png"/><Relationship Id="rId71" Type="http://schemas.openxmlformats.org/officeDocument/2006/relationships/image" Target="../media/image38.png"/><Relationship Id="rId92" Type="http://schemas.openxmlformats.org/officeDocument/2006/relationships/customXml" Target="../ink/ink45.xml"/><Relationship Id="rId2" Type="http://schemas.openxmlformats.org/officeDocument/2006/relationships/notesSlide" Target="../notesSlides/notesSlide2.xml"/><Relationship Id="rId29" Type="http://schemas.openxmlformats.org/officeDocument/2006/relationships/image" Target="../media/image17.png"/><Relationship Id="rId24" Type="http://schemas.openxmlformats.org/officeDocument/2006/relationships/customXml" Target="../ink/ink11.xml"/><Relationship Id="rId40" Type="http://schemas.openxmlformats.org/officeDocument/2006/relationships/customXml" Target="../ink/ink19.xml"/><Relationship Id="rId45" Type="http://schemas.openxmlformats.org/officeDocument/2006/relationships/image" Target="../media/image25.png"/><Relationship Id="rId66" Type="http://schemas.openxmlformats.org/officeDocument/2006/relationships/customXml" Target="../ink/ink32.xml"/><Relationship Id="rId87" Type="http://schemas.openxmlformats.org/officeDocument/2006/relationships/image" Target="../media/image46.png"/><Relationship Id="rId110" Type="http://schemas.openxmlformats.org/officeDocument/2006/relationships/customXml" Target="../ink/ink54.xml"/><Relationship Id="rId115" Type="http://schemas.openxmlformats.org/officeDocument/2006/relationships/image" Target="../media/image60.png"/><Relationship Id="rId131" Type="http://schemas.openxmlformats.org/officeDocument/2006/relationships/image" Target="../media/image68.png"/><Relationship Id="rId136" Type="http://schemas.openxmlformats.org/officeDocument/2006/relationships/customXml" Target="../ink/ink67.xml"/><Relationship Id="rId61" Type="http://schemas.openxmlformats.org/officeDocument/2006/relationships/image" Target="../media/image33.png"/><Relationship Id="rId82" Type="http://schemas.openxmlformats.org/officeDocument/2006/relationships/customXml" Target="../ink/ink40.xml"/><Relationship Id="rId19" Type="http://schemas.openxmlformats.org/officeDocument/2006/relationships/image" Target="../media/image12.png"/><Relationship Id="rId14" Type="http://schemas.openxmlformats.org/officeDocument/2006/relationships/customXml" Target="../ink/ink6.xml"/><Relationship Id="rId30" Type="http://schemas.openxmlformats.org/officeDocument/2006/relationships/customXml" Target="../ink/ink14.xml"/><Relationship Id="rId35" Type="http://schemas.openxmlformats.org/officeDocument/2006/relationships/image" Target="../media/image20.png"/><Relationship Id="rId56" Type="http://schemas.openxmlformats.org/officeDocument/2006/relationships/customXml" Target="../ink/ink27.xml"/><Relationship Id="rId77" Type="http://schemas.openxmlformats.org/officeDocument/2006/relationships/image" Target="../media/image41.png"/><Relationship Id="rId100" Type="http://schemas.openxmlformats.org/officeDocument/2006/relationships/customXml" Target="../ink/ink49.xml"/><Relationship Id="rId105" Type="http://schemas.openxmlformats.org/officeDocument/2006/relationships/image" Target="../media/image55.png"/><Relationship Id="rId126" Type="http://schemas.openxmlformats.org/officeDocument/2006/relationships/customXml" Target="../ink/ink62.xml"/><Relationship Id="rId8" Type="http://schemas.openxmlformats.org/officeDocument/2006/relationships/customXml" Target="../ink/ink3.xml"/><Relationship Id="rId51" Type="http://schemas.openxmlformats.org/officeDocument/2006/relationships/image" Target="../media/image28.png"/><Relationship Id="rId72" Type="http://schemas.openxmlformats.org/officeDocument/2006/relationships/customXml" Target="../ink/ink35.xml"/><Relationship Id="rId93" Type="http://schemas.openxmlformats.org/officeDocument/2006/relationships/image" Target="../media/image49.png"/><Relationship Id="rId98" Type="http://schemas.openxmlformats.org/officeDocument/2006/relationships/customXml" Target="../ink/ink48.xml"/><Relationship Id="rId121" Type="http://schemas.openxmlformats.org/officeDocument/2006/relationships/image" Target="../media/image63.png"/><Relationship Id="rId3" Type="http://schemas.openxmlformats.org/officeDocument/2006/relationships/image" Target="../media/image4.png"/><Relationship Id="rId25" Type="http://schemas.openxmlformats.org/officeDocument/2006/relationships/image" Target="../media/image15.png"/><Relationship Id="rId46" Type="http://schemas.openxmlformats.org/officeDocument/2006/relationships/customXml" Target="../ink/ink22.xml"/><Relationship Id="rId67" Type="http://schemas.openxmlformats.org/officeDocument/2006/relationships/image" Target="../media/image36.png"/><Relationship Id="rId116" Type="http://schemas.openxmlformats.org/officeDocument/2006/relationships/customXml" Target="../ink/ink57.xml"/><Relationship Id="rId137" Type="http://schemas.openxmlformats.org/officeDocument/2006/relationships/image" Target="../media/image71.png"/><Relationship Id="rId20" Type="http://schemas.openxmlformats.org/officeDocument/2006/relationships/customXml" Target="../ink/ink9.xml"/><Relationship Id="rId41" Type="http://schemas.openxmlformats.org/officeDocument/2006/relationships/image" Target="../media/image23.png"/><Relationship Id="rId62" Type="http://schemas.openxmlformats.org/officeDocument/2006/relationships/customXml" Target="../ink/ink30.xml"/><Relationship Id="rId83" Type="http://schemas.openxmlformats.org/officeDocument/2006/relationships/image" Target="../media/image44.png"/><Relationship Id="rId88" Type="http://schemas.openxmlformats.org/officeDocument/2006/relationships/customXml" Target="../ink/ink43.xml"/><Relationship Id="rId111" Type="http://schemas.openxmlformats.org/officeDocument/2006/relationships/image" Target="../media/image58.png"/><Relationship Id="rId132" Type="http://schemas.openxmlformats.org/officeDocument/2006/relationships/customXml" Target="../ink/ink65.xml"/><Relationship Id="rId15" Type="http://schemas.openxmlformats.org/officeDocument/2006/relationships/image" Target="../media/image10.png"/><Relationship Id="rId36" Type="http://schemas.openxmlformats.org/officeDocument/2006/relationships/customXml" Target="../ink/ink17.xml"/><Relationship Id="rId57" Type="http://schemas.openxmlformats.org/officeDocument/2006/relationships/image" Target="../media/image31.png"/><Relationship Id="rId106" Type="http://schemas.openxmlformats.org/officeDocument/2006/relationships/customXml" Target="../ink/ink52.xml"/><Relationship Id="rId127" Type="http://schemas.openxmlformats.org/officeDocument/2006/relationships/image" Target="../media/image66.png"/><Relationship Id="rId10" Type="http://schemas.openxmlformats.org/officeDocument/2006/relationships/customXml" Target="../ink/ink4.xml"/><Relationship Id="rId31" Type="http://schemas.openxmlformats.org/officeDocument/2006/relationships/image" Target="../media/image18.png"/><Relationship Id="rId52" Type="http://schemas.openxmlformats.org/officeDocument/2006/relationships/customXml" Target="../ink/ink25.xml"/><Relationship Id="rId73" Type="http://schemas.openxmlformats.org/officeDocument/2006/relationships/image" Target="../media/image39.png"/><Relationship Id="rId78" Type="http://schemas.openxmlformats.org/officeDocument/2006/relationships/customXml" Target="../ink/ink38.xml"/><Relationship Id="rId94" Type="http://schemas.openxmlformats.org/officeDocument/2006/relationships/customXml" Target="../ink/ink46.xml"/><Relationship Id="rId99" Type="http://schemas.openxmlformats.org/officeDocument/2006/relationships/image" Target="../media/image52.png"/><Relationship Id="rId101" Type="http://schemas.openxmlformats.org/officeDocument/2006/relationships/image" Target="../media/image53.png"/><Relationship Id="rId122" Type="http://schemas.openxmlformats.org/officeDocument/2006/relationships/customXml" Target="../ink/ink60.xml"/><Relationship Id="rId4" Type="http://schemas.openxmlformats.org/officeDocument/2006/relationships/customXml" Target="../ink/ink1.xml"/><Relationship Id="rId9" Type="http://schemas.openxmlformats.org/officeDocument/2006/relationships/image" Target="../media/image7.png"/><Relationship Id="rId26" Type="http://schemas.openxmlformats.org/officeDocument/2006/relationships/customXml" Target="../ink/ink12.xml"/><Relationship Id="rId47" Type="http://schemas.openxmlformats.org/officeDocument/2006/relationships/image" Target="../media/image26.png"/><Relationship Id="rId68" Type="http://schemas.openxmlformats.org/officeDocument/2006/relationships/customXml" Target="../ink/ink33.xml"/><Relationship Id="rId89" Type="http://schemas.openxmlformats.org/officeDocument/2006/relationships/image" Target="../media/image47.png"/><Relationship Id="rId112" Type="http://schemas.openxmlformats.org/officeDocument/2006/relationships/customXml" Target="../ink/ink55.xml"/><Relationship Id="rId133" Type="http://schemas.openxmlformats.org/officeDocument/2006/relationships/image" Target="../media/image6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03FDB8-D911-F8F8-F9EC-FB7FF5435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4324"/>
            <a:ext cx="12192000" cy="257367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17000"/>
                </a:schemeClr>
              </a:gs>
              <a:gs pos="65000">
                <a:schemeClr val="bg1">
                  <a:alpha val="29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10763F-3E93-D23B-96DE-7E3B1E1485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02710"/>
            <a:ext cx="7983068" cy="974347"/>
          </a:xfrm>
          <a:ln>
            <a:noFill/>
          </a:ln>
        </p:spPr>
        <p:txBody>
          <a:bodyPr anchor="ctr">
            <a:normAutofit/>
          </a:bodyPr>
          <a:lstStyle/>
          <a:p>
            <a:endParaRPr lang="en-CH" sz="3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079B88-39D4-2343-4F53-3C767A746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3108" y="5702710"/>
            <a:ext cx="3633535" cy="974347"/>
          </a:xfrm>
        </p:spPr>
        <p:txBody>
          <a:bodyPr anchor="ctr">
            <a:normAutofit/>
          </a:bodyPr>
          <a:lstStyle/>
          <a:p>
            <a:pPr algn="r"/>
            <a:endParaRPr lang="en-CH" sz="1800"/>
          </a:p>
        </p:txBody>
      </p:sp>
      <p:pic>
        <p:nvPicPr>
          <p:cNvPr id="1026" name="Picture 2" descr="Ryan Beckford /Black Hackerman Matrix /Hack Meme - HD Vorlage Remastered in  4k - [4608*4608] : r/MemeRestoration">
            <a:extLst>
              <a:ext uri="{FF2B5EF4-FFF2-40B4-BE49-F238E27FC236}">
                <a16:creationId xmlns:a16="http://schemas.microsoft.com/office/drawing/2014/main" id="{58B6DD9E-3184-7C96-F975-BCB1DB85F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78873" y="-1"/>
            <a:ext cx="6851073" cy="6851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Ryan Beckford /Black Hackerman Matrix /Hack Meme - HD Vorlage Remastered in  4k - [4608*4608] : r/MemeRestoration">
            <a:extLst>
              <a:ext uri="{FF2B5EF4-FFF2-40B4-BE49-F238E27FC236}">
                <a16:creationId xmlns:a16="http://schemas.microsoft.com/office/drawing/2014/main" id="{A257569F-35C1-DD31-1E0E-212F2702B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096000" y="0"/>
            <a:ext cx="6851072" cy="685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CA8986-7B95-09D7-5F63-F476C8E13CAE}"/>
              </a:ext>
            </a:extLst>
          </p:cNvPr>
          <p:cNvSpPr txBox="1"/>
          <p:nvPr/>
        </p:nvSpPr>
        <p:spPr>
          <a:xfrm>
            <a:off x="2335236" y="494581"/>
            <a:ext cx="8285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3600" b="1" dirty="0">
                <a:ln w="28575">
                  <a:solidFill>
                    <a:schemeClr val="bg1"/>
                  </a:solidFill>
                </a:ln>
                <a:solidFill>
                  <a:srgbClr val="FFFF00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Comic Sans MS" panose="030F0702030302020204" pitchFamily="66" charset="0"/>
              </a:rPr>
              <a:t>PSE - SwissDRG -  Requirements</a:t>
            </a:r>
            <a:endParaRPr lang="en-CH" sz="3600" b="1" dirty="0">
              <a:ln w="28575">
                <a:solidFill>
                  <a:schemeClr val="bg1"/>
                </a:solidFill>
              </a:ln>
              <a:solidFill>
                <a:srgbClr val="FFFF00"/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0710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1791D-E421-19B7-65B6-555B84665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hrek 1082">
            <a:extLst>
              <a:ext uri="{FF2B5EF4-FFF2-40B4-BE49-F238E27FC236}">
                <a16:creationId xmlns:a16="http://schemas.microsoft.com/office/drawing/2014/main" id="{AE02DC16-4E1E-2B9F-D63F-C0347504A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07501" cy="771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84A067-817F-E863-1150-58F436E59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105" y="173463"/>
            <a:ext cx="3483895" cy="961845"/>
          </a:xfrm>
        </p:spPr>
        <p:txBody>
          <a:bodyPr>
            <a:normAutofit/>
          </a:bodyPr>
          <a:lstStyle/>
          <a:p>
            <a:r>
              <a:rPr lang="de-CH" sz="4400" b="1" u="sng" dirty="0">
                <a:ln w="19050">
                  <a:solidFill>
                    <a:schemeClr val="tx1"/>
                  </a:solidFill>
                </a:ln>
                <a:solidFill>
                  <a:srgbClr val="00FF00"/>
                </a:solidFill>
                <a:latin typeface="Comic Sans MS" panose="030F0702030302020204" pitchFamily="66" charset="0"/>
              </a:rPr>
              <a:t>Das Team</a:t>
            </a:r>
            <a:endParaRPr lang="en-CH" sz="4400" b="1" u="sng" dirty="0">
              <a:ln w="19050">
                <a:solidFill>
                  <a:schemeClr val="tx1"/>
                </a:solidFill>
              </a:ln>
              <a:solidFill>
                <a:srgbClr val="00FF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AAEC8-CB06-20B5-70F4-6ED5588DC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30" y="868022"/>
            <a:ext cx="6016869" cy="3739896"/>
          </a:xfrm>
        </p:spPr>
        <p:txBody>
          <a:bodyPr>
            <a:normAutofit/>
          </a:bodyPr>
          <a:lstStyle/>
          <a:p>
            <a:r>
              <a:rPr lang="de-CH" sz="2800" dirty="0">
                <a:ln w="12700">
                  <a:solidFill>
                    <a:schemeClr val="tx1"/>
                  </a:solidFill>
                </a:ln>
                <a:solidFill>
                  <a:srgbClr val="00FF00"/>
                </a:solidFill>
                <a:latin typeface="Comic Sans MS" panose="030F0702030302020204" pitchFamily="66" charset="0"/>
              </a:rPr>
              <a:t>Chief Deliverable Officer: Tom</a:t>
            </a:r>
          </a:p>
          <a:p>
            <a:r>
              <a:rPr lang="de-CH" sz="2800" dirty="0">
                <a:ln w="12700">
                  <a:solidFill>
                    <a:schemeClr val="tx1"/>
                  </a:solidFill>
                </a:ln>
                <a:solidFill>
                  <a:srgbClr val="00FF00"/>
                </a:solidFill>
                <a:latin typeface="Comic Sans MS" panose="030F0702030302020204" pitchFamily="66" charset="0"/>
              </a:rPr>
              <a:t>Key Account Manager: Carlo</a:t>
            </a:r>
          </a:p>
          <a:p>
            <a:r>
              <a:rPr lang="de-CH" sz="2800" dirty="0">
                <a:ln w="12700">
                  <a:solidFill>
                    <a:schemeClr val="tx1"/>
                  </a:solidFill>
                </a:ln>
                <a:solidFill>
                  <a:srgbClr val="00FF00"/>
                </a:solidFill>
                <a:latin typeface="Comic Sans MS" panose="030F0702030302020204" pitchFamily="66" charset="0"/>
              </a:rPr>
              <a:t>Quality  Evangelist: Birk </a:t>
            </a:r>
          </a:p>
          <a:p>
            <a:r>
              <a:rPr lang="de-CH" sz="2800" dirty="0">
                <a:ln w="12700">
                  <a:solidFill>
                    <a:schemeClr val="tx1"/>
                  </a:solidFill>
                </a:ln>
                <a:solidFill>
                  <a:srgbClr val="00FF00"/>
                </a:solidFill>
                <a:latin typeface="Comic Sans MS" panose="030F0702030302020204" pitchFamily="66" charset="0"/>
              </a:rPr>
              <a:t>Master Tracker: Elia</a:t>
            </a:r>
            <a:endParaRPr lang="en-CH" sz="2800" dirty="0">
              <a:ln w="12700">
                <a:solidFill>
                  <a:schemeClr val="tx1"/>
                </a:solidFill>
              </a:ln>
              <a:solidFill>
                <a:srgbClr val="00FF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592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A314E-6822-9C34-C1B6-FA8F6033B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5728300" cy="3739896"/>
          </a:xfrm>
        </p:spPr>
        <p:txBody>
          <a:bodyPr>
            <a:normAutofit/>
          </a:bodyPr>
          <a:lstStyle/>
          <a:p>
            <a:r>
              <a:rPr lang="de-CH" sz="2400" dirty="0">
                <a:latin typeface="Comic Sans MS" panose="030F0702030302020204" pitchFamily="66" charset="0"/>
              </a:rPr>
              <a:t>DRG (Diagnosis Related Group): bestimmt Pauschalen für die Spitäler für bestimmte Behandlungen</a:t>
            </a:r>
          </a:p>
          <a:p>
            <a:r>
              <a:rPr lang="de-CH" sz="2400" dirty="0">
                <a:latin typeface="Comic Sans MS" panose="030F0702030302020204" pitchFamily="66" charset="0"/>
              </a:rPr>
              <a:t>Verantwortlich für die Abrechnungen der Schweizer Spitäler </a:t>
            </a:r>
          </a:p>
          <a:p>
            <a:pPr marL="0" indent="0">
              <a:buNone/>
            </a:pPr>
            <a:r>
              <a:rPr lang="de-CH" sz="2400" dirty="0">
                <a:latin typeface="Comic Sans MS" panose="030F0702030302020204" pitchFamily="66" charset="0"/>
              </a:rPr>
              <a:t>-&gt; haben eine eigene Logiksprache (ähnlich zu SQL) für die Suche</a:t>
            </a:r>
            <a:endParaRPr lang="en-CH" sz="2400" dirty="0">
              <a:latin typeface="Comic Sans MS" panose="030F0702030302020204" pitchFamily="66" charset="0"/>
            </a:endParaRPr>
          </a:p>
          <a:p>
            <a:endParaRPr lang="en-CH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40F3C9-25E6-3931-C6EA-D49078EF10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44"/>
          <a:stretch>
            <a:fillRect/>
          </a:stretch>
        </p:blipFill>
        <p:spPr>
          <a:xfrm>
            <a:off x="0" y="320612"/>
            <a:ext cx="12192000" cy="116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669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41686-3600-D587-81D2-95D9B6B51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Das Projekt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8CF51-B53D-056D-263F-8CAF09FA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03704"/>
            <a:ext cx="5554115" cy="3739896"/>
          </a:xfrm>
        </p:spPr>
        <p:txBody>
          <a:bodyPr>
            <a:normAutofit fontScale="92500" lnSpcReduction="20000"/>
          </a:bodyPr>
          <a:lstStyle/>
          <a:p>
            <a:r>
              <a:rPr lang="de-CH" sz="2400" dirty="0">
                <a:latin typeface="Comic Sans MS" panose="030F0702030302020204" pitchFamily="66" charset="0"/>
              </a:rPr>
              <a:t>Frontend: Usereingabe (Logik ausdruck)</a:t>
            </a:r>
          </a:p>
          <a:p>
            <a:r>
              <a:rPr lang="de-CH" sz="2400" dirty="0">
                <a:latin typeface="Comic Sans MS" panose="030F0702030302020204" pitchFamily="66" charset="0"/>
              </a:rPr>
              <a:t>Via Monaco Editor analysiert</a:t>
            </a:r>
          </a:p>
          <a:p>
            <a:r>
              <a:rPr lang="de-CH" sz="2400" dirty="0">
                <a:latin typeface="Comic Sans MS" panose="030F0702030302020204" pitchFamily="66" charset="0"/>
              </a:rPr>
              <a:t>Von React Komponente an Backend geschickt</a:t>
            </a:r>
          </a:p>
          <a:p>
            <a:r>
              <a:rPr lang="de-CH" sz="2400" dirty="0">
                <a:latin typeface="Comic Sans MS" panose="030F0702030302020204" pitchFamily="66" charset="0"/>
              </a:rPr>
              <a:t>Backend liefert Patienten Id</a:t>
            </a:r>
          </a:p>
          <a:p>
            <a:r>
              <a:rPr lang="de-CH" sz="2400" dirty="0">
                <a:latin typeface="Comic Sans MS" panose="030F0702030302020204" pitchFamily="66" charset="0"/>
              </a:rPr>
              <a:t>Infos werden aus der Egin [CSV mit ca. 1 Million Zeilen]  geholt und Angezeigt </a:t>
            </a:r>
          </a:p>
          <a:p>
            <a:r>
              <a:rPr lang="de-CH" sz="2400" b="1" dirty="0">
                <a:latin typeface="Comic Sans MS" panose="030F0702030302020204" pitchFamily="66" charset="0"/>
              </a:rPr>
              <a:t>! Datenschutz 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576DF1-A249-9CC5-08A8-E0442654AD6F}"/>
              </a:ext>
            </a:extLst>
          </p:cNvPr>
          <p:cNvSpPr/>
          <p:nvPr/>
        </p:nvSpPr>
        <p:spPr>
          <a:xfrm>
            <a:off x="0" y="320675"/>
            <a:ext cx="12192000" cy="1187450"/>
          </a:xfrm>
          <a:prstGeom prst="rect">
            <a:avLst/>
          </a:prstGeom>
          <a:solidFill>
            <a:srgbClr val="23B7D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02C0AF6-99BE-74D1-C07D-FB718832AB2F}"/>
              </a:ext>
            </a:extLst>
          </p:cNvPr>
          <p:cNvSpPr txBox="1">
            <a:spLocks/>
          </p:cNvSpPr>
          <p:nvPr/>
        </p:nvSpPr>
        <p:spPr>
          <a:xfrm>
            <a:off x="3043785" y="579406"/>
            <a:ext cx="3706265" cy="669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z="3600" b="1" dirty="0">
                <a:solidFill>
                  <a:schemeClr val="bg1"/>
                </a:solidFill>
                <a:latin typeface="Comic Sans MS" panose="030F0702030302020204" pitchFamily="66" charset="0"/>
              </a:rPr>
              <a:t>Das Projekt</a:t>
            </a:r>
            <a:endParaRPr lang="en-CH" sz="3600" b="1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AutoShape 2" descr="Flagge Monacos – Wikipedia">
            <a:extLst>
              <a:ext uri="{FF2B5EF4-FFF2-40B4-BE49-F238E27FC236}">
                <a16:creationId xmlns:a16="http://schemas.microsoft.com/office/drawing/2014/main" id="{CA92CD9F-ABCD-8D37-CE90-4C776D93AE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489450" cy="44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H"/>
          </a:p>
        </p:txBody>
      </p:sp>
      <p:sp>
        <p:nvSpPr>
          <p:cNvPr id="9" name="AutoShape 4" descr="Flagge Monacos – Wikipedia">
            <a:extLst>
              <a:ext uri="{FF2B5EF4-FFF2-40B4-BE49-F238E27FC236}">
                <a16:creationId xmlns:a16="http://schemas.microsoft.com/office/drawing/2014/main" id="{74C01BAE-A67F-ADD6-F1BE-A6091AA180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H"/>
          </a:p>
        </p:txBody>
      </p:sp>
      <p:pic>
        <p:nvPicPr>
          <p:cNvPr id="6150" name="Picture 6" descr="undefined">
            <a:extLst>
              <a:ext uri="{FF2B5EF4-FFF2-40B4-BE49-F238E27FC236}">
                <a16:creationId xmlns:a16="http://schemas.microsoft.com/office/drawing/2014/main" id="{B0204023-E5DC-A739-3D67-7DD5E3964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0758" y="1431514"/>
            <a:ext cx="1563077" cy="107137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5A1C16C-E1E8-9313-1807-98FBE13110CB}"/>
                  </a:ext>
                </a:extLst>
              </p14:cNvPr>
              <p14:cNvContentPartPr/>
              <p14:nvPr/>
            </p14:nvContentPartPr>
            <p14:xfrm>
              <a:off x="12785420" y="2962170"/>
              <a:ext cx="13680" cy="374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5A1C16C-E1E8-9313-1807-98FBE13110C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79300" y="2956050"/>
                <a:ext cx="2592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EFD2669-4CDC-6C8C-F1F6-7C48423A5C0E}"/>
                  </a:ext>
                </a:extLst>
              </p14:cNvPr>
              <p14:cNvContentPartPr/>
              <p14:nvPr/>
            </p14:nvContentPartPr>
            <p14:xfrm>
              <a:off x="7286158" y="1950455"/>
              <a:ext cx="2392444" cy="1219222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EFD2669-4CDC-6C8C-F1F6-7C48423A5C0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80037" y="1944334"/>
                <a:ext cx="2404685" cy="12314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3D8C050-A5CA-EBCB-6E9D-FBA9FA9CD457}"/>
                  </a:ext>
                </a:extLst>
              </p14:cNvPr>
              <p14:cNvContentPartPr/>
              <p14:nvPr/>
            </p14:nvContentPartPr>
            <p14:xfrm>
              <a:off x="10256794" y="3069304"/>
              <a:ext cx="1489949" cy="12061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3D8C050-A5CA-EBCB-6E9D-FBA9FA9CD45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238786" y="3051291"/>
                <a:ext cx="1525604" cy="1241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F3D7722-57C8-EF6C-83ED-7669031BB36B}"/>
                  </a:ext>
                </a:extLst>
              </p14:cNvPr>
              <p14:cNvContentPartPr/>
              <p14:nvPr/>
            </p14:nvContentPartPr>
            <p14:xfrm>
              <a:off x="9678122" y="2325571"/>
              <a:ext cx="841680" cy="7002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F3D7722-57C8-EF6C-83ED-7669031BB36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660122" y="2307571"/>
                <a:ext cx="877320" cy="73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79857ABC-030C-3472-75D1-425027F3915E}"/>
              </a:ext>
            </a:extLst>
          </p:cNvPr>
          <p:cNvGrpSpPr/>
          <p:nvPr/>
        </p:nvGrpSpPr>
        <p:grpSpPr>
          <a:xfrm>
            <a:off x="10308122" y="2784571"/>
            <a:ext cx="243360" cy="262800"/>
            <a:chOff x="10308122" y="2784571"/>
            <a:chExt cx="243360" cy="26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D70C48E-4EEF-9425-BF23-F6A8B0B55908}"/>
                    </a:ext>
                  </a:extLst>
                </p14:cNvPr>
                <p14:cNvContentPartPr/>
                <p14:nvPr/>
              </p14:nvContentPartPr>
              <p14:xfrm>
                <a:off x="10509002" y="2808331"/>
                <a:ext cx="24840" cy="216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D70C48E-4EEF-9425-BF23-F6A8B0B5590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491362" y="2790691"/>
                  <a:ext cx="604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AA814CF-EBD1-9F2F-E3F0-785227BAC3DB}"/>
                    </a:ext>
                  </a:extLst>
                </p14:cNvPr>
                <p14:cNvContentPartPr/>
                <p14:nvPr/>
              </p14:nvContentPartPr>
              <p14:xfrm>
                <a:off x="10517282" y="2798971"/>
                <a:ext cx="19440" cy="207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AA814CF-EBD1-9F2F-E3F0-785227BAC3D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499642" y="2781331"/>
                  <a:ext cx="550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1B7DA65-503F-EEAB-1952-E4B76C1CF0FB}"/>
                    </a:ext>
                  </a:extLst>
                </p14:cNvPr>
                <p14:cNvContentPartPr/>
                <p14:nvPr/>
              </p14:nvContentPartPr>
              <p14:xfrm>
                <a:off x="10509362" y="2784571"/>
                <a:ext cx="24840" cy="220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1B7DA65-503F-EEAB-1952-E4B76C1CF0F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91722" y="2766931"/>
                  <a:ext cx="604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5F4E15A-51C7-C23D-5F58-799E37E51CF4}"/>
                    </a:ext>
                  </a:extLst>
                </p14:cNvPr>
                <p14:cNvContentPartPr/>
                <p14:nvPr/>
              </p14:nvContentPartPr>
              <p14:xfrm>
                <a:off x="10308122" y="3001651"/>
                <a:ext cx="243360" cy="43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5F4E15A-51C7-C23D-5F58-799E37E51CF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290122" y="2984011"/>
                  <a:ext cx="2790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6810B73-9732-A0C0-BCFA-A38EE5465194}"/>
                    </a:ext>
                  </a:extLst>
                </p14:cNvPr>
                <p14:cNvContentPartPr/>
                <p14:nvPr/>
              </p14:nvContentPartPr>
              <p14:xfrm>
                <a:off x="10333322" y="3015691"/>
                <a:ext cx="186120" cy="24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6810B73-9732-A0C0-BCFA-A38EE546519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315322" y="2997691"/>
                  <a:ext cx="2217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0171BFE-9116-5F4B-10B6-EBE37D6A7C0F}"/>
                    </a:ext>
                  </a:extLst>
                </p14:cNvPr>
                <p14:cNvContentPartPr/>
                <p14:nvPr/>
              </p14:nvContentPartPr>
              <p14:xfrm>
                <a:off x="10533482" y="2958811"/>
                <a:ext cx="13320" cy="88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0171BFE-9116-5F4B-10B6-EBE37D6A7C0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515842" y="2940811"/>
                  <a:ext cx="48960" cy="12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0F3084A-3897-6DB0-33E8-3F37758B8C34}"/>
                  </a:ext>
                </a:extLst>
              </p14:cNvPr>
              <p14:cNvContentPartPr/>
              <p14:nvPr/>
            </p14:nvContentPartPr>
            <p14:xfrm>
              <a:off x="9594410" y="2911521"/>
              <a:ext cx="647280" cy="4212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0F3084A-3897-6DB0-33E8-3F37758B8C3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576410" y="2893521"/>
                <a:ext cx="682920" cy="45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61931D28-3541-9224-C528-6F6A54B62616}"/>
              </a:ext>
            </a:extLst>
          </p:cNvPr>
          <p:cNvGrpSpPr/>
          <p:nvPr/>
        </p:nvGrpSpPr>
        <p:grpSpPr>
          <a:xfrm>
            <a:off x="9583610" y="2900721"/>
            <a:ext cx="181080" cy="197280"/>
            <a:chOff x="9583610" y="2900721"/>
            <a:chExt cx="181080" cy="19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8278618-F493-8CAA-557D-81BD4B58FAF6}"/>
                    </a:ext>
                  </a:extLst>
                </p14:cNvPr>
                <p14:cNvContentPartPr/>
                <p14:nvPr/>
              </p14:nvContentPartPr>
              <p14:xfrm>
                <a:off x="9583610" y="2931321"/>
                <a:ext cx="77760" cy="1666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8278618-F493-8CAA-557D-81BD4B58FAF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565610" y="2913681"/>
                  <a:ext cx="1134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73FE5BC-372C-817B-B72C-FA973412D7E9}"/>
                    </a:ext>
                  </a:extLst>
                </p14:cNvPr>
                <p14:cNvContentPartPr/>
                <p14:nvPr/>
              </p14:nvContentPartPr>
              <p14:xfrm>
                <a:off x="9595850" y="2900721"/>
                <a:ext cx="168840" cy="17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73FE5BC-372C-817B-B72C-FA973412D7E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78210" y="2883081"/>
                  <a:ext cx="204480" cy="5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156" name="Ink 6155">
                <a:extLst>
                  <a:ext uri="{FF2B5EF4-FFF2-40B4-BE49-F238E27FC236}">
                    <a16:creationId xmlns:a16="http://schemas.microsoft.com/office/drawing/2014/main" id="{0B5A10E5-3A5E-9BCA-896F-8A67CE43666D}"/>
                  </a:ext>
                </a:extLst>
              </p14:cNvPr>
              <p14:cNvContentPartPr/>
              <p14:nvPr/>
            </p14:nvContentPartPr>
            <p14:xfrm>
              <a:off x="9080790" y="3824293"/>
              <a:ext cx="1060515" cy="1330686"/>
            </p14:xfrm>
          </p:contentPart>
        </mc:Choice>
        <mc:Fallback xmlns="">
          <p:pic>
            <p:nvPicPr>
              <p:cNvPr id="6156" name="Ink 6155">
                <a:extLst>
                  <a:ext uri="{FF2B5EF4-FFF2-40B4-BE49-F238E27FC236}">
                    <a16:creationId xmlns:a16="http://schemas.microsoft.com/office/drawing/2014/main" id="{0B5A10E5-3A5E-9BCA-896F-8A67CE43666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063145" y="3806651"/>
                <a:ext cx="1096166" cy="1366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158" name="Ink 6157">
                <a:extLst>
                  <a:ext uri="{FF2B5EF4-FFF2-40B4-BE49-F238E27FC236}">
                    <a16:creationId xmlns:a16="http://schemas.microsoft.com/office/drawing/2014/main" id="{71E21BBE-1663-643B-0760-16BC0719567C}"/>
                  </a:ext>
                </a:extLst>
              </p14:cNvPr>
              <p14:cNvContentPartPr/>
              <p14:nvPr/>
            </p14:nvContentPartPr>
            <p14:xfrm>
              <a:off x="9545647" y="2935876"/>
              <a:ext cx="120600" cy="839520"/>
            </p14:xfrm>
          </p:contentPart>
        </mc:Choice>
        <mc:Fallback xmlns="">
          <p:pic>
            <p:nvPicPr>
              <p:cNvPr id="6158" name="Ink 6157">
                <a:extLst>
                  <a:ext uri="{FF2B5EF4-FFF2-40B4-BE49-F238E27FC236}">
                    <a16:creationId xmlns:a16="http://schemas.microsoft.com/office/drawing/2014/main" id="{71E21BBE-1663-643B-0760-16BC0719567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527647" y="2917876"/>
                <a:ext cx="156240" cy="87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161" name="Group 6160">
            <a:extLst>
              <a:ext uri="{FF2B5EF4-FFF2-40B4-BE49-F238E27FC236}">
                <a16:creationId xmlns:a16="http://schemas.microsoft.com/office/drawing/2014/main" id="{069C4206-0549-A037-8727-3168893C3C53}"/>
              </a:ext>
            </a:extLst>
          </p:cNvPr>
          <p:cNvGrpSpPr/>
          <p:nvPr/>
        </p:nvGrpSpPr>
        <p:grpSpPr>
          <a:xfrm>
            <a:off x="9481207" y="3614116"/>
            <a:ext cx="347040" cy="227160"/>
            <a:chOff x="9481207" y="3614116"/>
            <a:chExt cx="347040" cy="22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159" name="Ink 6158">
                  <a:extLst>
                    <a:ext uri="{FF2B5EF4-FFF2-40B4-BE49-F238E27FC236}">
                      <a16:creationId xmlns:a16="http://schemas.microsoft.com/office/drawing/2014/main" id="{A6B446FD-A4D2-09FC-0C07-9953B3D09127}"/>
                    </a:ext>
                  </a:extLst>
                </p14:cNvPr>
                <p14:cNvContentPartPr/>
                <p14:nvPr/>
              </p14:nvContentPartPr>
              <p14:xfrm>
                <a:off x="9481207" y="3649756"/>
                <a:ext cx="159480" cy="188280"/>
              </p14:xfrm>
            </p:contentPart>
          </mc:Choice>
          <mc:Fallback xmlns="">
            <p:pic>
              <p:nvPicPr>
                <p:cNvPr id="6159" name="Ink 6158">
                  <a:extLst>
                    <a:ext uri="{FF2B5EF4-FFF2-40B4-BE49-F238E27FC236}">
                      <a16:creationId xmlns:a16="http://schemas.microsoft.com/office/drawing/2014/main" id="{A6B446FD-A4D2-09FC-0C07-9953B3D0912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463567" y="3631756"/>
                  <a:ext cx="1951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160" name="Ink 6159">
                  <a:extLst>
                    <a:ext uri="{FF2B5EF4-FFF2-40B4-BE49-F238E27FC236}">
                      <a16:creationId xmlns:a16="http://schemas.microsoft.com/office/drawing/2014/main" id="{21BD293F-78D9-6035-5F18-D5E231703184}"/>
                    </a:ext>
                  </a:extLst>
                </p14:cNvPr>
                <p14:cNvContentPartPr/>
                <p14:nvPr/>
              </p14:nvContentPartPr>
              <p14:xfrm>
                <a:off x="9635647" y="3614116"/>
                <a:ext cx="192600" cy="227160"/>
              </p14:xfrm>
            </p:contentPart>
          </mc:Choice>
          <mc:Fallback xmlns="">
            <p:pic>
              <p:nvPicPr>
                <p:cNvPr id="6160" name="Ink 6159">
                  <a:extLst>
                    <a:ext uri="{FF2B5EF4-FFF2-40B4-BE49-F238E27FC236}">
                      <a16:creationId xmlns:a16="http://schemas.microsoft.com/office/drawing/2014/main" id="{21BD293F-78D9-6035-5F18-D5E23170318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618007" y="3596116"/>
                  <a:ext cx="22824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71" name="Group 6170">
            <a:extLst>
              <a:ext uri="{FF2B5EF4-FFF2-40B4-BE49-F238E27FC236}">
                <a16:creationId xmlns:a16="http://schemas.microsoft.com/office/drawing/2014/main" id="{9EDFCFEE-E7A8-054C-A254-10FB47BB59E8}"/>
              </a:ext>
            </a:extLst>
          </p:cNvPr>
          <p:cNvGrpSpPr/>
          <p:nvPr/>
        </p:nvGrpSpPr>
        <p:grpSpPr>
          <a:xfrm>
            <a:off x="9220715" y="3997988"/>
            <a:ext cx="646200" cy="529920"/>
            <a:chOff x="9220715" y="3997988"/>
            <a:chExt cx="646200" cy="52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163" name="Ink 6162">
                  <a:extLst>
                    <a:ext uri="{FF2B5EF4-FFF2-40B4-BE49-F238E27FC236}">
                      <a16:creationId xmlns:a16="http://schemas.microsoft.com/office/drawing/2014/main" id="{17A29585-7AD5-2DD0-A2F8-3C578DC3D2B3}"/>
                    </a:ext>
                  </a:extLst>
                </p14:cNvPr>
                <p14:cNvContentPartPr/>
                <p14:nvPr/>
              </p14:nvContentPartPr>
              <p14:xfrm>
                <a:off x="9220715" y="4040468"/>
                <a:ext cx="126720" cy="295920"/>
              </p14:xfrm>
            </p:contentPart>
          </mc:Choice>
          <mc:Fallback xmlns="">
            <p:pic>
              <p:nvPicPr>
                <p:cNvPr id="6163" name="Ink 6162">
                  <a:extLst>
                    <a:ext uri="{FF2B5EF4-FFF2-40B4-BE49-F238E27FC236}">
                      <a16:creationId xmlns:a16="http://schemas.microsoft.com/office/drawing/2014/main" id="{17A29585-7AD5-2DD0-A2F8-3C578DC3D2B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202715" y="4022468"/>
                  <a:ext cx="1623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164" name="Ink 6163">
                  <a:extLst>
                    <a:ext uri="{FF2B5EF4-FFF2-40B4-BE49-F238E27FC236}">
                      <a16:creationId xmlns:a16="http://schemas.microsoft.com/office/drawing/2014/main" id="{75C6974D-9B68-9D00-1791-A032C97C85F2}"/>
                    </a:ext>
                  </a:extLst>
                </p14:cNvPr>
                <p14:cNvContentPartPr/>
                <p14:nvPr/>
              </p14:nvContentPartPr>
              <p14:xfrm>
                <a:off x="9244835" y="4185908"/>
                <a:ext cx="99000" cy="9360"/>
              </p14:xfrm>
            </p:contentPart>
          </mc:Choice>
          <mc:Fallback xmlns="">
            <p:pic>
              <p:nvPicPr>
                <p:cNvPr id="6164" name="Ink 6163">
                  <a:extLst>
                    <a:ext uri="{FF2B5EF4-FFF2-40B4-BE49-F238E27FC236}">
                      <a16:creationId xmlns:a16="http://schemas.microsoft.com/office/drawing/2014/main" id="{75C6974D-9B68-9D00-1791-A032C97C85F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226835" y="4168268"/>
                  <a:ext cx="1346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165" name="Ink 6164">
                  <a:extLst>
                    <a:ext uri="{FF2B5EF4-FFF2-40B4-BE49-F238E27FC236}">
                      <a16:creationId xmlns:a16="http://schemas.microsoft.com/office/drawing/2014/main" id="{7FB09B71-F26F-E9A6-EE37-02E469AF21AA}"/>
                    </a:ext>
                  </a:extLst>
                </p14:cNvPr>
                <p14:cNvContentPartPr/>
                <p14:nvPr/>
              </p14:nvContentPartPr>
              <p14:xfrm>
                <a:off x="9232595" y="4033268"/>
                <a:ext cx="135720" cy="10440"/>
              </p14:xfrm>
            </p:contentPart>
          </mc:Choice>
          <mc:Fallback xmlns="">
            <p:pic>
              <p:nvPicPr>
                <p:cNvPr id="6165" name="Ink 6164">
                  <a:extLst>
                    <a:ext uri="{FF2B5EF4-FFF2-40B4-BE49-F238E27FC236}">
                      <a16:creationId xmlns:a16="http://schemas.microsoft.com/office/drawing/2014/main" id="{7FB09B71-F26F-E9A6-EE37-02E469AF21A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214595" y="4015268"/>
                  <a:ext cx="1713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167" name="Ink 6166">
                  <a:extLst>
                    <a:ext uri="{FF2B5EF4-FFF2-40B4-BE49-F238E27FC236}">
                      <a16:creationId xmlns:a16="http://schemas.microsoft.com/office/drawing/2014/main" id="{F538EF17-55D5-B6D3-AB98-EB62EB5B3352}"/>
                    </a:ext>
                  </a:extLst>
                </p14:cNvPr>
                <p14:cNvContentPartPr/>
                <p14:nvPr/>
              </p14:nvContentPartPr>
              <p14:xfrm>
                <a:off x="9408275" y="4201388"/>
                <a:ext cx="148680" cy="326520"/>
              </p14:xfrm>
            </p:contentPart>
          </mc:Choice>
          <mc:Fallback xmlns="">
            <p:pic>
              <p:nvPicPr>
                <p:cNvPr id="6167" name="Ink 6166">
                  <a:extLst>
                    <a:ext uri="{FF2B5EF4-FFF2-40B4-BE49-F238E27FC236}">
                      <a16:creationId xmlns:a16="http://schemas.microsoft.com/office/drawing/2014/main" id="{F538EF17-55D5-B6D3-AB98-EB62EB5B335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390275" y="4183388"/>
                  <a:ext cx="1843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168" name="Ink 6167">
                  <a:extLst>
                    <a:ext uri="{FF2B5EF4-FFF2-40B4-BE49-F238E27FC236}">
                      <a16:creationId xmlns:a16="http://schemas.microsoft.com/office/drawing/2014/main" id="{6385E2A0-B6D0-EC43-AE33-DDD63B29EEFA}"/>
                    </a:ext>
                  </a:extLst>
                </p14:cNvPr>
                <p14:cNvContentPartPr/>
                <p14:nvPr/>
              </p14:nvContentPartPr>
              <p14:xfrm>
                <a:off x="9623555" y="4206788"/>
                <a:ext cx="16200" cy="119880"/>
              </p14:xfrm>
            </p:contentPart>
          </mc:Choice>
          <mc:Fallback xmlns="">
            <p:pic>
              <p:nvPicPr>
                <p:cNvPr id="6168" name="Ink 6167">
                  <a:extLst>
                    <a:ext uri="{FF2B5EF4-FFF2-40B4-BE49-F238E27FC236}">
                      <a16:creationId xmlns:a16="http://schemas.microsoft.com/office/drawing/2014/main" id="{6385E2A0-B6D0-EC43-AE33-DDD63B29EEF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605555" y="4189148"/>
                  <a:ext cx="518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169" name="Ink 6168">
                  <a:extLst>
                    <a:ext uri="{FF2B5EF4-FFF2-40B4-BE49-F238E27FC236}">
                      <a16:creationId xmlns:a16="http://schemas.microsoft.com/office/drawing/2014/main" id="{23A4986B-F788-6A3D-4995-EAFC54672387}"/>
                    </a:ext>
                  </a:extLst>
                </p14:cNvPr>
                <p14:cNvContentPartPr/>
                <p14:nvPr/>
              </p14:nvContentPartPr>
              <p14:xfrm>
                <a:off x="9637235" y="3997988"/>
                <a:ext cx="6840" cy="29160"/>
              </p14:xfrm>
            </p:contentPart>
          </mc:Choice>
          <mc:Fallback xmlns="">
            <p:pic>
              <p:nvPicPr>
                <p:cNvPr id="6169" name="Ink 6168">
                  <a:extLst>
                    <a:ext uri="{FF2B5EF4-FFF2-40B4-BE49-F238E27FC236}">
                      <a16:creationId xmlns:a16="http://schemas.microsoft.com/office/drawing/2014/main" id="{23A4986B-F788-6A3D-4995-EAFC5467238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19235" y="3979988"/>
                  <a:ext cx="424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170" name="Ink 6169">
                  <a:extLst>
                    <a:ext uri="{FF2B5EF4-FFF2-40B4-BE49-F238E27FC236}">
                      <a16:creationId xmlns:a16="http://schemas.microsoft.com/office/drawing/2014/main" id="{F328B005-9A66-B697-0FE3-2B32AAB75A6B}"/>
                    </a:ext>
                  </a:extLst>
                </p14:cNvPr>
                <p14:cNvContentPartPr/>
                <p14:nvPr/>
              </p14:nvContentPartPr>
              <p14:xfrm>
                <a:off x="9720755" y="4177988"/>
                <a:ext cx="146160" cy="141120"/>
              </p14:xfrm>
            </p:contentPart>
          </mc:Choice>
          <mc:Fallback xmlns="">
            <p:pic>
              <p:nvPicPr>
                <p:cNvPr id="6170" name="Ink 6169">
                  <a:extLst>
                    <a:ext uri="{FF2B5EF4-FFF2-40B4-BE49-F238E27FC236}">
                      <a16:creationId xmlns:a16="http://schemas.microsoft.com/office/drawing/2014/main" id="{F328B005-9A66-B697-0FE3-2B32AAB75A6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703115" y="4160348"/>
                  <a:ext cx="181800" cy="17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6173" name="Ink 6172">
                <a:extLst>
                  <a:ext uri="{FF2B5EF4-FFF2-40B4-BE49-F238E27FC236}">
                    <a16:creationId xmlns:a16="http://schemas.microsoft.com/office/drawing/2014/main" id="{AA3C404D-8552-8FE3-1371-E6A33A315763}"/>
                  </a:ext>
                </a:extLst>
              </p14:cNvPr>
              <p14:cNvContentPartPr/>
              <p14:nvPr/>
            </p14:nvContentPartPr>
            <p14:xfrm>
              <a:off x="8497718" y="3259366"/>
              <a:ext cx="564840" cy="727560"/>
            </p14:xfrm>
          </p:contentPart>
        </mc:Choice>
        <mc:Fallback xmlns="">
          <p:pic>
            <p:nvPicPr>
              <p:cNvPr id="6173" name="Ink 6172">
                <a:extLst>
                  <a:ext uri="{FF2B5EF4-FFF2-40B4-BE49-F238E27FC236}">
                    <a16:creationId xmlns:a16="http://schemas.microsoft.com/office/drawing/2014/main" id="{AA3C404D-8552-8FE3-1371-E6A33A31576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479718" y="3241366"/>
                <a:ext cx="600480" cy="76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183" name="Group 6182">
            <a:extLst>
              <a:ext uri="{FF2B5EF4-FFF2-40B4-BE49-F238E27FC236}">
                <a16:creationId xmlns:a16="http://schemas.microsoft.com/office/drawing/2014/main" id="{BC7F5AA8-21DB-FD27-BE51-F5BC979AFE43}"/>
              </a:ext>
            </a:extLst>
          </p:cNvPr>
          <p:cNvGrpSpPr/>
          <p:nvPr/>
        </p:nvGrpSpPr>
        <p:grpSpPr>
          <a:xfrm>
            <a:off x="8159207" y="3193126"/>
            <a:ext cx="580071" cy="883493"/>
            <a:chOff x="8159207" y="3193126"/>
            <a:chExt cx="580071" cy="88349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174" name="Ink 6173">
                  <a:extLst>
                    <a:ext uri="{FF2B5EF4-FFF2-40B4-BE49-F238E27FC236}">
                      <a16:creationId xmlns:a16="http://schemas.microsoft.com/office/drawing/2014/main" id="{9E1B4D90-83DA-1D70-0FFD-EC603617CA53}"/>
                    </a:ext>
                  </a:extLst>
                </p14:cNvPr>
                <p14:cNvContentPartPr/>
                <p14:nvPr/>
              </p14:nvContentPartPr>
              <p14:xfrm>
                <a:off x="8473238" y="3197086"/>
                <a:ext cx="26640" cy="321480"/>
              </p14:xfrm>
            </p:contentPart>
          </mc:Choice>
          <mc:Fallback xmlns="">
            <p:pic>
              <p:nvPicPr>
                <p:cNvPr id="6174" name="Ink 6173">
                  <a:extLst>
                    <a:ext uri="{FF2B5EF4-FFF2-40B4-BE49-F238E27FC236}">
                      <a16:creationId xmlns:a16="http://schemas.microsoft.com/office/drawing/2014/main" id="{9E1B4D90-83DA-1D70-0FFD-EC603617CA5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455238" y="3179086"/>
                  <a:ext cx="6228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175" name="Ink 6174">
                  <a:extLst>
                    <a:ext uri="{FF2B5EF4-FFF2-40B4-BE49-F238E27FC236}">
                      <a16:creationId xmlns:a16="http://schemas.microsoft.com/office/drawing/2014/main" id="{005CF21B-4396-ECAB-BB3B-05DF7941A8BE}"/>
                    </a:ext>
                  </a:extLst>
                </p14:cNvPr>
                <p14:cNvContentPartPr/>
                <p14:nvPr/>
              </p14:nvContentPartPr>
              <p14:xfrm>
                <a:off x="8487638" y="3193126"/>
                <a:ext cx="251640" cy="155520"/>
              </p14:xfrm>
            </p:contentPart>
          </mc:Choice>
          <mc:Fallback xmlns="">
            <p:pic>
              <p:nvPicPr>
                <p:cNvPr id="6175" name="Ink 6174">
                  <a:extLst>
                    <a:ext uri="{FF2B5EF4-FFF2-40B4-BE49-F238E27FC236}">
                      <a16:creationId xmlns:a16="http://schemas.microsoft.com/office/drawing/2014/main" id="{005CF21B-4396-ECAB-BB3B-05DF7941A8B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469638" y="3175486"/>
                  <a:ext cx="2872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177" name="Ink 6176">
                  <a:extLst>
                    <a:ext uri="{FF2B5EF4-FFF2-40B4-BE49-F238E27FC236}">
                      <a16:creationId xmlns:a16="http://schemas.microsoft.com/office/drawing/2014/main" id="{A57F0732-DD0F-7EF2-7E18-E788BC1A2B79}"/>
                    </a:ext>
                  </a:extLst>
                </p14:cNvPr>
                <p14:cNvContentPartPr/>
                <p14:nvPr/>
              </p14:nvContentPartPr>
              <p14:xfrm>
                <a:off x="8159207" y="3822819"/>
                <a:ext cx="39600" cy="157320"/>
              </p14:xfrm>
            </p:contentPart>
          </mc:Choice>
          <mc:Fallback xmlns="">
            <p:pic>
              <p:nvPicPr>
                <p:cNvPr id="6177" name="Ink 6176">
                  <a:extLst>
                    <a:ext uri="{FF2B5EF4-FFF2-40B4-BE49-F238E27FC236}">
                      <a16:creationId xmlns:a16="http://schemas.microsoft.com/office/drawing/2014/main" id="{A57F0732-DD0F-7EF2-7E18-E788BC1A2B7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141207" y="3805179"/>
                  <a:ext cx="752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178" name="Ink 6177">
                  <a:extLst>
                    <a:ext uri="{FF2B5EF4-FFF2-40B4-BE49-F238E27FC236}">
                      <a16:creationId xmlns:a16="http://schemas.microsoft.com/office/drawing/2014/main" id="{6BA29C6F-22FC-6929-D7E3-C1627F2C9F97}"/>
                    </a:ext>
                  </a:extLst>
                </p14:cNvPr>
                <p14:cNvContentPartPr/>
                <p14:nvPr/>
              </p14:nvContentPartPr>
              <p14:xfrm>
                <a:off x="8258207" y="3909579"/>
                <a:ext cx="77400" cy="84960"/>
              </p14:xfrm>
            </p:contentPart>
          </mc:Choice>
          <mc:Fallback xmlns="">
            <p:pic>
              <p:nvPicPr>
                <p:cNvPr id="6178" name="Ink 6177">
                  <a:extLst>
                    <a:ext uri="{FF2B5EF4-FFF2-40B4-BE49-F238E27FC236}">
                      <a16:creationId xmlns:a16="http://schemas.microsoft.com/office/drawing/2014/main" id="{6BA29C6F-22FC-6929-D7E3-C1627F2C9F9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240567" y="3891579"/>
                  <a:ext cx="1130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179" name="Ink 6178">
                  <a:extLst>
                    <a:ext uri="{FF2B5EF4-FFF2-40B4-BE49-F238E27FC236}">
                      <a16:creationId xmlns:a16="http://schemas.microsoft.com/office/drawing/2014/main" id="{4EACEAA8-925C-F5E1-2212-93FE6D2E778A}"/>
                    </a:ext>
                  </a:extLst>
                </p14:cNvPr>
                <p14:cNvContentPartPr/>
                <p14:nvPr/>
              </p14:nvContentPartPr>
              <p14:xfrm>
                <a:off x="8398607" y="3795819"/>
                <a:ext cx="57240" cy="280800"/>
              </p14:xfrm>
            </p:contentPart>
          </mc:Choice>
          <mc:Fallback xmlns="">
            <p:pic>
              <p:nvPicPr>
                <p:cNvPr id="6179" name="Ink 6178">
                  <a:extLst>
                    <a:ext uri="{FF2B5EF4-FFF2-40B4-BE49-F238E27FC236}">
                      <a16:creationId xmlns:a16="http://schemas.microsoft.com/office/drawing/2014/main" id="{4EACEAA8-925C-F5E1-2212-93FE6D2E778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380607" y="3778179"/>
                  <a:ext cx="928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180" name="Ink 6179">
                  <a:extLst>
                    <a:ext uri="{FF2B5EF4-FFF2-40B4-BE49-F238E27FC236}">
                      <a16:creationId xmlns:a16="http://schemas.microsoft.com/office/drawing/2014/main" id="{230F43E9-48CB-F1A4-FAAA-DBD8F066A4CC}"/>
                    </a:ext>
                  </a:extLst>
                </p14:cNvPr>
                <p14:cNvContentPartPr/>
                <p14:nvPr/>
              </p14:nvContentPartPr>
              <p14:xfrm>
                <a:off x="8364407" y="3851619"/>
                <a:ext cx="120240" cy="45720"/>
              </p14:xfrm>
            </p:contentPart>
          </mc:Choice>
          <mc:Fallback xmlns="">
            <p:pic>
              <p:nvPicPr>
                <p:cNvPr id="6180" name="Ink 6179">
                  <a:extLst>
                    <a:ext uri="{FF2B5EF4-FFF2-40B4-BE49-F238E27FC236}">
                      <a16:creationId xmlns:a16="http://schemas.microsoft.com/office/drawing/2014/main" id="{230F43E9-48CB-F1A4-FAAA-DBD8F066A4C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346767" y="3833619"/>
                  <a:ext cx="1558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181" name="Ink 6180">
                  <a:extLst>
                    <a:ext uri="{FF2B5EF4-FFF2-40B4-BE49-F238E27FC236}">
                      <a16:creationId xmlns:a16="http://schemas.microsoft.com/office/drawing/2014/main" id="{B4F40F89-1E27-6EC9-D61A-C1FA11E58447}"/>
                    </a:ext>
                  </a:extLst>
                </p14:cNvPr>
                <p14:cNvContentPartPr/>
                <p14:nvPr/>
              </p14:nvContentPartPr>
              <p14:xfrm>
                <a:off x="8521007" y="3863499"/>
                <a:ext cx="99360" cy="148680"/>
              </p14:xfrm>
            </p:contentPart>
          </mc:Choice>
          <mc:Fallback xmlns="">
            <p:pic>
              <p:nvPicPr>
                <p:cNvPr id="6181" name="Ink 6180">
                  <a:extLst>
                    <a:ext uri="{FF2B5EF4-FFF2-40B4-BE49-F238E27FC236}">
                      <a16:creationId xmlns:a16="http://schemas.microsoft.com/office/drawing/2014/main" id="{B4F40F89-1E27-6EC9-D61A-C1FA11E5844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503007" y="3845859"/>
                  <a:ext cx="1350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182" name="Ink 6181">
                  <a:extLst>
                    <a:ext uri="{FF2B5EF4-FFF2-40B4-BE49-F238E27FC236}">
                      <a16:creationId xmlns:a16="http://schemas.microsoft.com/office/drawing/2014/main" id="{C8D8ED84-3627-2BCF-A7E5-389ECE50A3DA}"/>
                    </a:ext>
                  </a:extLst>
                </p14:cNvPr>
                <p14:cNvContentPartPr/>
                <p14:nvPr/>
              </p14:nvContentPartPr>
              <p14:xfrm>
                <a:off x="8628647" y="3842619"/>
                <a:ext cx="104760" cy="181080"/>
              </p14:xfrm>
            </p:contentPart>
          </mc:Choice>
          <mc:Fallback xmlns="">
            <p:pic>
              <p:nvPicPr>
                <p:cNvPr id="6182" name="Ink 6181">
                  <a:extLst>
                    <a:ext uri="{FF2B5EF4-FFF2-40B4-BE49-F238E27FC236}">
                      <a16:creationId xmlns:a16="http://schemas.microsoft.com/office/drawing/2014/main" id="{C8D8ED84-3627-2BCF-A7E5-389ECE50A3D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611007" y="3824979"/>
                  <a:ext cx="140400" cy="21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6189" name="Ink 6188">
                <a:extLst>
                  <a:ext uri="{FF2B5EF4-FFF2-40B4-BE49-F238E27FC236}">
                    <a16:creationId xmlns:a16="http://schemas.microsoft.com/office/drawing/2014/main" id="{C74BCE54-0646-BE9F-8546-7579C6974FA3}"/>
                  </a:ext>
                </a:extLst>
              </p14:cNvPr>
              <p14:cNvContentPartPr/>
              <p14:nvPr/>
            </p14:nvContentPartPr>
            <p14:xfrm>
              <a:off x="7658136" y="3195079"/>
              <a:ext cx="786600" cy="1280520"/>
            </p14:xfrm>
          </p:contentPart>
        </mc:Choice>
        <mc:Fallback xmlns="">
          <p:pic>
            <p:nvPicPr>
              <p:cNvPr id="6189" name="Ink 6188">
                <a:extLst>
                  <a:ext uri="{FF2B5EF4-FFF2-40B4-BE49-F238E27FC236}">
                    <a16:creationId xmlns:a16="http://schemas.microsoft.com/office/drawing/2014/main" id="{C74BCE54-0646-BE9F-8546-7579C6974FA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640136" y="3177079"/>
                <a:ext cx="822240" cy="131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192" name="Group 6191">
            <a:extLst>
              <a:ext uri="{FF2B5EF4-FFF2-40B4-BE49-F238E27FC236}">
                <a16:creationId xmlns:a16="http://schemas.microsoft.com/office/drawing/2014/main" id="{05CE94C2-389B-F5E9-5802-08E90D7C9164}"/>
              </a:ext>
            </a:extLst>
          </p:cNvPr>
          <p:cNvGrpSpPr/>
          <p:nvPr/>
        </p:nvGrpSpPr>
        <p:grpSpPr>
          <a:xfrm>
            <a:off x="7636176" y="4250239"/>
            <a:ext cx="287280" cy="272520"/>
            <a:chOff x="7636176" y="4250239"/>
            <a:chExt cx="287280" cy="27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190" name="Ink 6189">
                  <a:extLst>
                    <a:ext uri="{FF2B5EF4-FFF2-40B4-BE49-F238E27FC236}">
                      <a16:creationId xmlns:a16="http://schemas.microsoft.com/office/drawing/2014/main" id="{411C0807-B256-0C5B-1252-C7E377F9C935}"/>
                    </a:ext>
                  </a:extLst>
                </p14:cNvPr>
                <p14:cNvContentPartPr/>
                <p14:nvPr/>
              </p14:nvContentPartPr>
              <p14:xfrm>
                <a:off x="7636176" y="4250239"/>
                <a:ext cx="21240" cy="260280"/>
              </p14:xfrm>
            </p:contentPart>
          </mc:Choice>
          <mc:Fallback xmlns="">
            <p:pic>
              <p:nvPicPr>
                <p:cNvPr id="6190" name="Ink 6189">
                  <a:extLst>
                    <a:ext uri="{FF2B5EF4-FFF2-40B4-BE49-F238E27FC236}">
                      <a16:creationId xmlns:a16="http://schemas.microsoft.com/office/drawing/2014/main" id="{411C0807-B256-0C5B-1252-C7E377F9C93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618536" y="4232239"/>
                  <a:ext cx="568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191" name="Ink 6190">
                  <a:extLst>
                    <a:ext uri="{FF2B5EF4-FFF2-40B4-BE49-F238E27FC236}">
                      <a16:creationId xmlns:a16="http://schemas.microsoft.com/office/drawing/2014/main" id="{DE27D222-C605-6110-D34F-8054329ACEA8}"/>
                    </a:ext>
                  </a:extLst>
                </p14:cNvPr>
                <p14:cNvContentPartPr/>
                <p14:nvPr/>
              </p14:nvContentPartPr>
              <p14:xfrm>
                <a:off x="7658856" y="4338799"/>
                <a:ext cx="264600" cy="183960"/>
              </p14:xfrm>
            </p:contentPart>
          </mc:Choice>
          <mc:Fallback xmlns="">
            <p:pic>
              <p:nvPicPr>
                <p:cNvPr id="6191" name="Ink 6190">
                  <a:extLst>
                    <a:ext uri="{FF2B5EF4-FFF2-40B4-BE49-F238E27FC236}">
                      <a16:creationId xmlns:a16="http://schemas.microsoft.com/office/drawing/2014/main" id="{DE27D222-C605-6110-D34F-8054329ACEA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640856" y="4321159"/>
                  <a:ext cx="300240" cy="21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6196" name="Ink 6195">
                <a:extLst>
                  <a:ext uri="{FF2B5EF4-FFF2-40B4-BE49-F238E27FC236}">
                    <a16:creationId xmlns:a16="http://schemas.microsoft.com/office/drawing/2014/main" id="{2AFCBA55-A58F-B667-554D-AF0F00AE4A4C}"/>
                  </a:ext>
                </a:extLst>
              </p14:cNvPr>
              <p14:cNvContentPartPr/>
              <p14:nvPr/>
            </p14:nvContentPartPr>
            <p14:xfrm>
              <a:off x="6463466" y="4585498"/>
              <a:ext cx="2229840" cy="1358102"/>
            </p14:xfrm>
          </p:contentPart>
        </mc:Choice>
        <mc:Fallback xmlns="">
          <p:pic>
            <p:nvPicPr>
              <p:cNvPr id="6196" name="Ink 6195">
                <a:extLst>
                  <a:ext uri="{FF2B5EF4-FFF2-40B4-BE49-F238E27FC236}">
                    <a16:creationId xmlns:a16="http://schemas.microsoft.com/office/drawing/2014/main" id="{2AFCBA55-A58F-B667-554D-AF0F00AE4A4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457346" y="4579377"/>
                <a:ext cx="2242080" cy="1370344"/>
              </a:xfrm>
              <a:prstGeom prst="rect">
                <a:avLst/>
              </a:prstGeom>
            </p:spPr>
          </p:pic>
        </mc:Fallback>
      </mc:AlternateContent>
      <p:grpSp>
        <p:nvGrpSpPr>
          <p:cNvPr id="6212" name="Group 6211">
            <a:extLst>
              <a:ext uri="{FF2B5EF4-FFF2-40B4-BE49-F238E27FC236}">
                <a16:creationId xmlns:a16="http://schemas.microsoft.com/office/drawing/2014/main" id="{D8EC38DF-7049-1F96-A42D-D52089B492FD}"/>
              </a:ext>
            </a:extLst>
          </p:cNvPr>
          <p:cNvGrpSpPr/>
          <p:nvPr/>
        </p:nvGrpSpPr>
        <p:grpSpPr>
          <a:xfrm>
            <a:off x="6639146" y="4852169"/>
            <a:ext cx="1521720" cy="629280"/>
            <a:chOff x="6639146" y="4852169"/>
            <a:chExt cx="1521720" cy="62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203" name="Ink 6202">
                  <a:extLst>
                    <a:ext uri="{FF2B5EF4-FFF2-40B4-BE49-F238E27FC236}">
                      <a16:creationId xmlns:a16="http://schemas.microsoft.com/office/drawing/2014/main" id="{B0155EBF-0DBC-32AF-5D89-8E899B31981C}"/>
                    </a:ext>
                  </a:extLst>
                </p14:cNvPr>
                <p14:cNvContentPartPr/>
                <p14:nvPr/>
              </p14:nvContentPartPr>
              <p14:xfrm>
                <a:off x="6639146" y="4917329"/>
                <a:ext cx="176760" cy="369000"/>
              </p14:xfrm>
            </p:contentPart>
          </mc:Choice>
          <mc:Fallback xmlns="">
            <p:pic>
              <p:nvPicPr>
                <p:cNvPr id="6203" name="Ink 6202">
                  <a:extLst>
                    <a:ext uri="{FF2B5EF4-FFF2-40B4-BE49-F238E27FC236}">
                      <a16:creationId xmlns:a16="http://schemas.microsoft.com/office/drawing/2014/main" id="{B0155EBF-0DBC-32AF-5D89-8E899B31981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633026" y="4911209"/>
                  <a:ext cx="18900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204" name="Ink 6203">
                  <a:extLst>
                    <a:ext uri="{FF2B5EF4-FFF2-40B4-BE49-F238E27FC236}">
                      <a16:creationId xmlns:a16="http://schemas.microsoft.com/office/drawing/2014/main" id="{12BFCE17-E029-15A3-777E-464FFA8B61A2}"/>
                    </a:ext>
                  </a:extLst>
                </p14:cNvPr>
                <p14:cNvContentPartPr/>
                <p14:nvPr/>
              </p14:nvContentPartPr>
              <p14:xfrm>
                <a:off x="6674066" y="5157089"/>
                <a:ext cx="99000" cy="16560"/>
              </p14:xfrm>
            </p:contentPart>
          </mc:Choice>
          <mc:Fallback xmlns="">
            <p:pic>
              <p:nvPicPr>
                <p:cNvPr id="6204" name="Ink 6203">
                  <a:extLst>
                    <a:ext uri="{FF2B5EF4-FFF2-40B4-BE49-F238E27FC236}">
                      <a16:creationId xmlns:a16="http://schemas.microsoft.com/office/drawing/2014/main" id="{12BFCE17-E029-15A3-777E-464FFA8B61A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667946" y="5150969"/>
                  <a:ext cx="1112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205" name="Ink 6204">
                  <a:extLst>
                    <a:ext uri="{FF2B5EF4-FFF2-40B4-BE49-F238E27FC236}">
                      <a16:creationId xmlns:a16="http://schemas.microsoft.com/office/drawing/2014/main" id="{991EDDB4-C41B-C529-CB25-0C49BBA98544}"/>
                    </a:ext>
                  </a:extLst>
                </p14:cNvPr>
                <p14:cNvContentPartPr/>
                <p14:nvPr/>
              </p14:nvContentPartPr>
              <p14:xfrm>
                <a:off x="6893306" y="5085449"/>
                <a:ext cx="158040" cy="201600"/>
              </p14:xfrm>
            </p:contentPart>
          </mc:Choice>
          <mc:Fallback xmlns="">
            <p:pic>
              <p:nvPicPr>
                <p:cNvPr id="6205" name="Ink 6204">
                  <a:extLst>
                    <a:ext uri="{FF2B5EF4-FFF2-40B4-BE49-F238E27FC236}">
                      <a16:creationId xmlns:a16="http://schemas.microsoft.com/office/drawing/2014/main" id="{991EDDB4-C41B-C529-CB25-0C49BBA9854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887186" y="5079329"/>
                  <a:ext cx="1702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206" name="Ink 6205">
                  <a:extLst>
                    <a:ext uri="{FF2B5EF4-FFF2-40B4-BE49-F238E27FC236}">
                      <a16:creationId xmlns:a16="http://schemas.microsoft.com/office/drawing/2014/main" id="{F6B0B25E-2364-55D7-DB40-D0D371F20A06}"/>
                    </a:ext>
                  </a:extLst>
                </p14:cNvPr>
                <p14:cNvContentPartPr/>
                <p14:nvPr/>
              </p14:nvContentPartPr>
              <p14:xfrm>
                <a:off x="7120106" y="5049449"/>
                <a:ext cx="154800" cy="248040"/>
              </p14:xfrm>
            </p:contentPart>
          </mc:Choice>
          <mc:Fallback xmlns="">
            <p:pic>
              <p:nvPicPr>
                <p:cNvPr id="6206" name="Ink 6205">
                  <a:extLst>
                    <a:ext uri="{FF2B5EF4-FFF2-40B4-BE49-F238E27FC236}">
                      <a16:creationId xmlns:a16="http://schemas.microsoft.com/office/drawing/2014/main" id="{F6B0B25E-2364-55D7-DB40-D0D371F20A0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113986" y="5043329"/>
                  <a:ext cx="1670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07" name="Ink 6206">
                  <a:extLst>
                    <a:ext uri="{FF2B5EF4-FFF2-40B4-BE49-F238E27FC236}">
                      <a16:creationId xmlns:a16="http://schemas.microsoft.com/office/drawing/2014/main" id="{1C2365CD-A688-E1ED-109F-5EE3149AF7C6}"/>
                    </a:ext>
                  </a:extLst>
                </p14:cNvPr>
                <p14:cNvContentPartPr/>
                <p14:nvPr/>
              </p14:nvContentPartPr>
              <p14:xfrm>
                <a:off x="7152146" y="5177609"/>
                <a:ext cx="111960" cy="10800"/>
              </p14:xfrm>
            </p:contentPart>
          </mc:Choice>
          <mc:Fallback xmlns="">
            <p:pic>
              <p:nvPicPr>
                <p:cNvPr id="6207" name="Ink 6206">
                  <a:extLst>
                    <a:ext uri="{FF2B5EF4-FFF2-40B4-BE49-F238E27FC236}">
                      <a16:creationId xmlns:a16="http://schemas.microsoft.com/office/drawing/2014/main" id="{1C2365CD-A688-E1ED-109F-5EE3149AF7C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146026" y="5171489"/>
                  <a:ext cx="1242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208" name="Ink 6207">
                  <a:extLst>
                    <a:ext uri="{FF2B5EF4-FFF2-40B4-BE49-F238E27FC236}">
                      <a16:creationId xmlns:a16="http://schemas.microsoft.com/office/drawing/2014/main" id="{48A4A0CD-987E-6DA7-0E4D-2163D5FC49ED}"/>
                    </a:ext>
                  </a:extLst>
                </p14:cNvPr>
                <p14:cNvContentPartPr/>
                <p14:nvPr/>
              </p14:nvContentPartPr>
              <p14:xfrm>
                <a:off x="7326386" y="5071409"/>
                <a:ext cx="124200" cy="208440"/>
              </p14:xfrm>
            </p:contentPart>
          </mc:Choice>
          <mc:Fallback xmlns="">
            <p:pic>
              <p:nvPicPr>
                <p:cNvPr id="6208" name="Ink 6207">
                  <a:extLst>
                    <a:ext uri="{FF2B5EF4-FFF2-40B4-BE49-F238E27FC236}">
                      <a16:creationId xmlns:a16="http://schemas.microsoft.com/office/drawing/2014/main" id="{48A4A0CD-987E-6DA7-0E4D-2163D5FC49E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20266" y="5065289"/>
                  <a:ext cx="1364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09" name="Ink 6208">
                  <a:extLst>
                    <a:ext uri="{FF2B5EF4-FFF2-40B4-BE49-F238E27FC236}">
                      <a16:creationId xmlns:a16="http://schemas.microsoft.com/office/drawing/2014/main" id="{B985428F-9E83-3D0F-B458-B42F692C77F3}"/>
                    </a:ext>
                  </a:extLst>
                </p14:cNvPr>
                <p14:cNvContentPartPr/>
                <p14:nvPr/>
              </p14:nvContentPartPr>
              <p14:xfrm>
                <a:off x="7529066" y="5076089"/>
                <a:ext cx="16560" cy="189000"/>
              </p14:xfrm>
            </p:contentPart>
          </mc:Choice>
          <mc:Fallback xmlns="">
            <p:pic>
              <p:nvPicPr>
                <p:cNvPr id="6209" name="Ink 6208">
                  <a:extLst>
                    <a:ext uri="{FF2B5EF4-FFF2-40B4-BE49-F238E27FC236}">
                      <a16:creationId xmlns:a16="http://schemas.microsoft.com/office/drawing/2014/main" id="{B985428F-9E83-3D0F-B458-B42F692C77F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522946" y="5069969"/>
                  <a:ext cx="288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210" name="Ink 6209">
                  <a:extLst>
                    <a:ext uri="{FF2B5EF4-FFF2-40B4-BE49-F238E27FC236}">
                      <a16:creationId xmlns:a16="http://schemas.microsoft.com/office/drawing/2014/main" id="{40FA563D-5200-A959-EC59-D868A4C65109}"/>
                    </a:ext>
                  </a:extLst>
                </p14:cNvPr>
                <p14:cNvContentPartPr/>
                <p14:nvPr/>
              </p14:nvContentPartPr>
              <p14:xfrm>
                <a:off x="7545986" y="4852169"/>
                <a:ext cx="21960" cy="60840"/>
              </p14:xfrm>
            </p:contentPart>
          </mc:Choice>
          <mc:Fallback xmlns="">
            <p:pic>
              <p:nvPicPr>
                <p:cNvPr id="6210" name="Ink 6209">
                  <a:extLst>
                    <a:ext uri="{FF2B5EF4-FFF2-40B4-BE49-F238E27FC236}">
                      <a16:creationId xmlns:a16="http://schemas.microsoft.com/office/drawing/2014/main" id="{40FA563D-5200-A959-EC59-D868A4C6510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539866" y="4846049"/>
                  <a:ext cx="342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211" name="Ink 6210">
                  <a:extLst>
                    <a:ext uri="{FF2B5EF4-FFF2-40B4-BE49-F238E27FC236}">
                      <a16:creationId xmlns:a16="http://schemas.microsoft.com/office/drawing/2014/main" id="{AF2D286A-FDE8-3F4C-2B24-3C157B4F1E8B}"/>
                    </a:ext>
                  </a:extLst>
                </p14:cNvPr>
                <p14:cNvContentPartPr/>
                <p14:nvPr/>
              </p14:nvContentPartPr>
              <p14:xfrm>
                <a:off x="7666586" y="5049449"/>
                <a:ext cx="494280" cy="432000"/>
              </p14:xfrm>
            </p:contentPart>
          </mc:Choice>
          <mc:Fallback xmlns="">
            <p:pic>
              <p:nvPicPr>
                <p:cNvPr id="6211" name="Ink 6210">
                  <a:extLst>
                    <a:ext uri="{FF2B5EF4-FFF2-40B4-BE49-F238E27FC236}">
                      <a16:creationId xmlns:a16="http://schemas.microsoft.com/office/drawing/2014/main" id="{AF2D286A-FDE8-3F4C-2B24-3C157B4F1E8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660466" y="5043329"/>
                  <a:ext cx="506520" cy="44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220" name="Ink 6219">
                <a:extLst>
                  <a:ext uri="{FF2B5EF4-FFF2-40B4-BE49-F238E27FC236}">
                    <a16:creationId xmlns:a16="http://schemas.microsoft.com/office/drawing/2014/main" id="{45AFE938-E248-6B15-F336-9A330CCDA588}"/>
                  </a:ext>
                </a:extLst>
              </p14:cNvPr>
              <p14:cNvContentPartPr/>
              <p14:nvPr/>
            </p14:nvContentPartPr>
            <p14:xfrm>
              <a:off x="8604133" y="722439"/>
              <a:ext cx="720" cy="675720"/>
            </p14:xfrm>
          </p:contentPart>
        </mc:Choice>
        <mc:Fallback xmlns="">
          <p:pic>
            <p:nvPicPr>
              <p:cNvPr id="6220" name="Ink 6219">
                <a:extLst>
                  <a:ext uri="{FF2B5EF4-FFF2-40B4-BE49-F238E27FC236}">
                    <a16:creationId xmlns:a16="http://schemas.microsoft.com/office/drawing/2014/main" id="{45AFE938-E248-6B15-F336-9A330CCDA58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568133" y="704439"/>
                <a:ext cx="72000" cy="71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223" name="Group 6222">
            <a:extLst>
              <a:ext uri="{FF2B5EF4-FFF2-40B4-BE49-F238E27FC236}">
                <a16:creationId xmlns:a16="http://schemas.microsoft.com/office/drawing/2014/main" id="{6E2CE09A-A4C0-3FBF-39A5-9464FD4B8275}"/>
              </a:ext>
            </a:extLst>
          </p:cNvPr>
          <p:cNvGrpSpPr/>
          <p:nvPr/>
        </p:nvGrpSpPr>
        <p:grpSpPr>
          <a:xfrm>
            <a:off x="8487493" y="1240119"/>
            <a:ext cx="231120" cy="175320"/>
            <a:chOff x="8487493" y="1240119"/>
            <a:chExt cx="231120" cy="17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21" name="Ink 6220">
                  <a:extLst>
                    <a:ext uri="{FF2B5EF4-FFF2-40B4-BE49-F238E27FC236}">
                      <a16:creationId xmlns:a16="http://schemas.microsoft.com/office/drawing/2014/main" id="{1230CEA9-029C-3F8B-1FB1-0F9E3295DDD4}"/>
                    </a:ext>
                  </a:extLst>
                </p14:cNvPr>
                <p14:cNvContentPartPr/>
                <p14:nvPr/>
              </p14:nvContentPartPr>
              <p14:xfrm>
                <a:off x="8614573" y="1276839"/>
                <a:ext cx="104040" cy="138600"/>
              </p14:xfrm>
            </p:contentPart>
          </mc:Choice>
          <mc:Fallback xmlns="">
            <p:pic>
              <p:nvPicPr>
                <p:cNvPr id="6221" name="Ink 6220">
                  <a:extLst>
                    <a:ext uri="{FF2B5EF4-FFF2-40B4-BE49-F238E27FC236}">
                      <a16:creationId xmlns:a16="http://schemas.microsoft.com/office/drawing/2014/main" id="{1230CEA9-029C-3F8B-1FB1-0F9E3295DDD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96573" y="1258839"/>
                  <a:ext cx="1396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22" name="Ink 6221">
                  <a:extLst>
                    <a:ext uri="{FF2B5EF4-FFF2-40B4-BE49-F238E27FC236}">
                      <a16:creationId xmlns:a16="http://schemas.microsoft.com/office/drawing/2014/main" id="{9AF9090A-5CDF-F157-AC4E-E3EEFEF1BDDB}"/>
                    </a:ext>
                  </a:extLst>
                </p14:cNvPr>
                <p14:cNvContentPartPr/>
                <p14:nvPr/>
              </p14:nvContentPartPr>
              <p14:xfrm>
                <a:off x="8487493" y="1240119"/>
                <a:ext cx="101520" cy="160560"/>
              </p14:xfrm>
            </p:contentPart>
          </mc:Choice>
          <mc:Fallback xmlns="">
            <p:pic>
              <p:nvPicPr>
                <p:cNvPr id="6222" name="Ink 6221">
                  <a:extLst>
                    <a:ext uri="{FF2B5EF4-FFF2-40B4-BE49-F238E27FC236}">
                      <a16:creationId xmlns:a16="http://schemas.microsoft.com/office/drawing/2014/main" id="{9AF9090A-5CDF-F157-AC4E-E3EEFEF1BDD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469853" y="1222119"/>
                  <a:ext cx="13716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50" name="Group 6249">
            <a:extLst>
              <a:ext uri="{FF2B5EF4-FFF2-40B4-BE49-F238E27FC236}">
                <a16:creationId xmlns:a16="http://schemas.microsoft.com/office/drawing/2014/main" id="{EEEEA80B-187E-A49A-72DA-E5C9CB1B4411}"/>
              </a:ext>
            </a:extLst>
          </p:cNvPr>
          <p:cNvGrpSpPr/>
          <p:nvPr/>
        </p:nvGrpSpPr>
        <p:grpSpPr>
          <a:xfrm>
            <a:off x="10411440" y="3218680"/>
            <a:ext cx="1014120" cy="357840"/>
            <a:chOff x="10411440" y="3218680"/>
            <a:chExt cx="1014120" cy="35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41" name="Ink 6240">
                  <a:extLst>
                    <a:ext uri="{FF2B5EF4-FFF2-40B4-BE49-F238E27FC236}">
                      <a16:creationId xmlns:a16="http://schemas.microsoft.com/office/drawing/2014/main" id="{6E7A5CC4-3AA8-2807-FE88-13B3B4ED4A2D}"/>
                    </a:ext>
                  </a:extLst>
                </p14:cNvPr>
                <p14:cNvContentPartPr/>
                <p14:nvPr/>
              </p14:nvContentPartPr>
              <p14:xfrm>
                <a:off x="10411440" y="3218680"/>
                <a:ext cx="153000" cy="314640"/>
              </p14:xfrm>
            </p:contentPart>
          </mc:Choice>
          <mc:Fallback xmlns="">
            <p:pic>
              <p:nvPicPr>
                <p:cNvPr id="6241" name="Ink 6240">
                  <a:extLst>
                    <a:ext uri="{FF2B5EF4-FFF2-40B4-BE49-F238E27FC236}">
                      <a16:creationId xmlns:a16="http://schemas.microsoft.com/office/drawing/2014/main" id="{6E7A5CC4-3AA8-2807-FE88-13B3B4ED4A2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393440" y="3201040"/>
                  <a:ext cx="1886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42" name="Ink 6241">
                  <a:extLst>
                    <a:ext uri="{FF2B5EF4-FFF2-40B4-BE49-F238E27FC236}">
                      <a16:creationId xmlns:a16="http://schemas.microsoft.com/office/drawing/2014/main" id="{E6E52456-9334-7826-DACC-188A38E72147}"/>
                    </a:ext>
                  </a:extLst>
                </p14:cNvPr>
                <p14:cNvContentPartPr/>
                <p14:nvPr/>
              </p14:nvContentPartPr>
              <p14:xfrm>
                <a:off x="10641840" y="3368440"/>
                <a:ext cx="135720" cy="169920"/>
              </p14:xfrm>
            </p:contentPart>
          </mc:Choice>
          <mc:Fallback xmlns="">
            <p:pic>
              <p:nvPicPr>
                <p:cNvPr id="6242" name="Ink 6241">
                  <a:extLst>
                    <a:ext uri="{FF2B5EF4-FFF2-40B4-BE49-F238E27FC236}">
                      <a16:creationId xmlns:a16="http://schemas.microsoft.com/office/drawing/2014/main" id="{E6E52456-9334-7826-DACC-188A38E7214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624200" y="3350800"/>
                  <a:ext cx="1713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43" name="Ink 6242">
                  <a:extLst>
                    <a:ext uri="{FF2B5EF4-FFF2-40B4-BE49-F238E27FC236}">
                      <a16:creationId xmlns:a16="http://schemas.microsoft.com/office/drawing/2014/main" id="{DA263CC6-CCC5-55CB-6FD3-87CF99951EB0}"/>
                    </a:ext>
                  </a:extLst>
                </p14:cNvPr>
                <p14:cNvContentPartPr/>
                <p14:nvPr/>
              </p14:nvContentPartPr>
              <p14:xfrm>
                <a:off x="10811040" y="3390760"/>
                <a:ext cx="131040" cy="174240"/>
              </p14:xfrm>
            </p:contentPart>
          </mc:Choice>
          <mc:Fallback xmlns="">
            <p:pic>
              <p:nvPicPr>
                <p:cNvPr id="6243" name="Ink 6242">
                  <a:extLst>
                    <a:ext uri="{FF2B5EF4-FFF2-40B4-BE49-F238E27FC236}">
                      <a16:creationId xmlns:a16="http://schemas.microsoft.com/office/drawing/2014/main" id="{DA263CC6-CCC5-55CB-6FD3-87CF99951EB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793040" y="3373120"/>
                  <a:ext cx="1666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44" name="Ink 6243">
                  <a:extLst>
                    <a:ext uri="{FF2B5EF4-FFF2-40B4-BE49-F238E27FC236}">
                      <a16:creationId xmlns:a16="http://schemas.microsoft.com/office/drawing/2014/main" id="{73A747E6-6303-9FDA-0E51-30B1D94B4EA7}"/>
                    </a:ext>
                  </a:extLst>
                </p14:cNvPr>
                <p14:cNvContentPartPr/>
                <p14:nvPr/>
              </p14:nvContentPartPr>
              <p14:xfrm>
                <a:off x="10999320" y="3265840"/>
                <a:ext cx="198720" cy="310680"/>
              </p14:xfrm>
            </p:contentPart>
          </mc:Choice>
          <mc:Fallback xmlns="">
            <p:pic>
              <p:nvPicPr>
                <p:cNvPr id="6244" name="Ink 6243">
                  <a:extLst>
                    <a:ext uri="{FF2B5EF4-FFF2-40B4-BE49-F238E27FC236}">
                      <a16:creationId xmlns:a16="http://schemas.microsoft.com/office/drawing/2014/main" id="{73A747E6-6303-9FDA-0E51-30B1D94B4EA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981320" y="3248200"/>
                  <a:ext cx="23436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245" name="Ink 6244">
                  <a:extLst>
                    <a:ext uri="{FF2B5EF4-FFF2-40B4-BE49-F238E27FC236}">
                      <a16:creationId xmlns:a16="http://schemas.microsoft.com/office/drawing/2014/main" id="{D371B846-407E-26C7-0E96-99F94A315921}"/>
                    </a:ext>
                  </a:extLst>
                </p14:cNvPr>
                <p14:cNvContentPartPr/>
                <p14:nvPr/>
              </p14:nvContentPartPr>
              <p14:xfrm>
                <a:off x="11064840" y="3376720"/>
                <a:ext cx="171000" cy="95040"/>
              </p14:xfrm>
            </p:contentPart>
          </mc:Choice>
          <mc:Fallback xmlns="">
            <p:pic>
              <p:nvPicPr>
                <p:cNvPr id="6245" name="Ink 6244">
                  <a:extLst>
                    <a:ext uri="{FF2B5EF4-FFF2-40B4-BE49-F238E27FC236}">
                      <a16:creationId xmlns:a16="http://schemas.microsoft.com/office/drawing/2014/main" id="{D371B846-407E-26C7-0E96-99F94A31592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046840" y="3358720"/>
                  <a:ext cx="2066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246" name="Ink 6245">
                  <a:extLst>
                    <a:ext uri="{FF2B5EF4-FFF2-40B4-BE49-F238E27FC236}">
                      <a16:creationId xmlns:a16="http://schemas.microsoft.com/office/drawing/2014/main" id="{EAE2F6FA-D685-5E5C-A5E4-B6C435EA16AF}"/>
                    </a:ext>
                  </a:extLst>
                </p14:cNvPr>
                <p14:cNvContentPartPr/>
                <p14:nvPr/>
              </p14:nvContentPartPr>
              <p14:xfrm>
                <a:off x="11338080" y="3475000"/>
                <a:ext cx="87480" cy="17640"/>
              </p14:xfrm>
            </p:contentPart>
          </mc:Choice>
          <mc:Fallback xmlns="">
            <p:pic>
              <p:nvPicPr>
                <p:cNvPr id="6246" name="Ink 6245">
                  <a:extLst>
                    <a:ext uri="{FF2B5EF4-FFF2-40B4-BE49-F238E27FC236}">
                      <a16:creationId xmlns:a16="http://schemas.microsoft.com/office/drawing/2014/main" id="{EAE2F6FA-D685-5E5C-A5E4-B6C435EA16A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320440" y="3457360"/>
                  <a:ext cx="12312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52" name="Group 6251">
            <a:extLst>
              <a:ext uri="{FF2B5EF4-FFF2-40B4-BE49-F238E27FC236}">
                <a16:creationId xmlns:a16="http://schemas.microsoft.com/office/drawing/2014/main" id="{CBD1532E-A7B1-AD3A-F330-9AD4AD2AAB96}"/>
              </a:ext>
            </a:extLst>
          </p:cNvPr>
          <p:cNvGrpSpPr/>
          <p:nvPr/>
        </p:nvGrpSpPr>
        <p:grpSpPr>
          <a:xfrm>
            <a:off x="10769280" y="3745000"/>
            <a:ext cx="615600" cy="435240"/>
            <a:chOff x="10769280" y="3745000"/>
            <a:chExt cx="615600" cy="43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247" name="Ink 6246">
                  <a:extLst>
                    <a:ext uri="{FF2B5EF4-FFF2-40B4-BE49-F238E27FC236}">
                      <a16:creationId xmlns:a16="http://schemas.microsoft.com/office/drawing/2014/main" id="{EB8E7E2A-FB17-0BDD-3881-C111D1765F5E}"/>
                    </a:ext>
                  </a:extLst>
                </p14:cNvPr>
                <p14:cNvContentPartPr/>
                <p14:nvPr/>
              </p14:nvContentPartPr>
              <p14:xfrm>
                <a:off x="10769280" y="3894040"/>
                <a:ext cx="163440" cy="250920"/>
              </p14:xfrm>
            </p:contentPart>
          </mc:Choice>
          <mc:Fallback xmlns="">
            <p:pic>
              <p:nvPicPr>
                <p:cNvPr id="6247" name="Ink 6246">
                  <a:extLst>
                    <a:ext uri="{FF2B5EF4-FFF2-40B4-BE49-F238E27FC236}">
                      <a16:creationId xmlns:a16="http://schemas.microsoft.com/office/drawing/2014/main" id="{EB8E7E2A-FB17-0BDD-3881-C111D1765F5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751280" y="3876400"/>
                  <a:ext cx="1990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248" name="Ink 6247">
                  <a:extLst>
                    <a:ext uri="{FF2B5EF4-FFF2-40B4-BE49-F238E27FC236}">
                      <a16:creationId xmlns:a16="http://schemas.microsoft.com/office/drawing/2014/main" id="{17B5A326-DBB2-EA3D-2BC5-AA0473A762FC}"/>
                    </a:ext>
                  </a:extLst>
                </p14:cNvPr>
                <p14:cNvContentPartPr/>
                <p14:nvPr/>
              </p14:nvContentPartPr>
              <p14:xfrm>
                <a:off x="10980600" y="3912400"/>
                <a:ext cx="182520" cy="202680"/>
              </p14:xfrm>
            </p:contentPart>
          </mc:Choice>
          <mc:Fallback xmlns="">
            <p:pic>
              <p:nvPicPr>
                <p:cNvPr id="6248" name="Ink 6247">
                  <a:extLst>
                    <a:ext uri="{FF2B5EF4-FFF2-40B4-BE49-F238E27FC236}">
                      <a16:creationId xmlns:a16="http://schemas.microsoft.com/office/drawing/2014/main" id="{17B5A326-DBB2-EA3D-2BC5-AA0473A762F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962600" y="3894400"/>
                  <a:ext cx="2181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251" name="Ink 6250">
                  <a:extLst>
                    <a:ext uri="{FF2B5EF4-FFF2-40B4-BE49-F238E27FC236}">
                      <a16:creationId xmlns:a16="http://schemas.microsoft.com/office/drawing/2014/main" id="{1E304DB7-3783-020B-C45B-EB6C770DF9E1}"/>
                    </a:ext>
                  </a:extLst>
                </p14:cNvPr>
                <p14:cNvContentPartPr/>
                <p14:nvPr/>
              </p14:nvContentPartPr>
              <p14:xfrm>
                <a:off x="11206680" y="3745000"/>
                <a:ext cx="178200" cy="435240"/>
              </p14:xfrm>
            </p:contentPart>
          </mc:Choice>
          <mc:Fallback xmlns="">
            <p:pic>
              <p:nvPicPr>
                <p:cNvPr id="6251" name="Ink 6250">
                  <a:extLst>
                    <a:ext uri="{FF2B5EF4-FFF2-40B4-BE49-F238E27FC236}">
                      <a16:creationId xmlns:a16="http://schemas.microsoft.com/office/drawing/2014/main" id="{1E304DB7-3783-020B-C45B-EB6C770DF9E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188680" y="3727000"/>
                  <a:ext cx="213840" cy="47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57" name="Group 6256">
            <a:extLst>
              <a:ext uri="{FF2B5EF4-FFF2-40B4-BE49-F238E27FC236}">
                <a16:creationId xmlns:a16="http://schemas.microsoft.com/office/drawing/2014/main" id="{6520CF93-5ED2-C75B-B352-E2F95D885CD1}"/>
              </a:ext>
            </a:extLst>
          </p:cNvPr>
          <p:cNvGrpSpPr/>
          <p:nvPr/>
        </p:nvGrpSpPr>
        <p:grpSpPr>
          <a:xfrm>
            <a:off x="9710463" y="3260044"/>
            <a:ext cx="432000" cy="348120"/>
            <a:chOff x="9710463" y="3260044"/>
            <a:chExt cx="432000" cy="34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253" name="Ink 6252">
                  <a:extLst>
                    <a:ext uri="{FF2B5EF4-FFF2-40B4-BE49-F238E27FC236}">
                      <a16:creationId xmlns:a16="http://schemas.microsoft.com/office/drawing/2014/main" id="{BDE4759D-837A-2583-79B5-04E501CD19DA}"/>
                    </a:ext>
                  </a:extLst>
                </p14:cNvPr>
                <p14:cNvContentPartPr/>
                <p14:nvPr/>
              </p14:nvContentPartPr>
              <p14:xfrm>
                <a:off x="9710463" y="3276604"/>
                <a:ext cx="29520" cy="178560"/>
              </p14:xfrm>
            </p:contentPart>
          </mc:Choice>
          <mc:Fallback xmlns="">
            <p:pic>
              <p:nvPicPr>
                <p:cNvPr id="6253" name="Ink 6252">
                  <a:extLst>
                    <a:ext uri="{FF2B5EF4-FFF2-40B4-BE49-F238E27FC236}">
                      <a16:creationId xmlns:a16="http://schemas.microsoft.com/office/drawing/2014/main" id="{BDE4759D-837A-2583-79B5-04E501CD19D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692463" y="3258604"/>
                  <a:ext cx="651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254" name="Ink 6253">
                  <a:extLst>
                    <a:ext uri="{FF2B5EF4-FFF2-40B4-BE49-F238E27FC236}">
                      <a16:creationId xmlns:a16="http://schemas.microsoft.com/office/drawing/2014/main" id="{289BFBF1-D564-7CB4-8D09-0948CA162617}"/>
                    </a:ext>
                  </a:extLst>
                </p14:cNvPr>
                <p14:cNvContentPartPr/>
                <p14:nvPr/>
              </p14:nvContentPartPr>
              <p14:xfrm>
                <a:off x="9723423" y="3260044"/>
                <a:ext cx="103320" cy="119520"/>
              </p14:xfrm>
            </p:contentPart>
          </mc:Choice>
          <mc:Fallback xmlns="">
            <p:pic>
              <p:nvPicPr>
                <p:cNvPr id="6254" name="Ink 6253">
                  <a:extLst>
                    <a:ext uri="{FF2B5EF4-FFF2-40B4-BE49-F238E27FC236}">
                      <a16:creationId xmlns:a16="http://schemas.microsoft.com/office/drawing/2014/main" id="{289BFBF1-D564-7CB4-8D09-0948CA16261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705423" y="3242404"/>
                  <a:ext cx="1389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255" name="Ink 6254">
                  <a:extLst>
                    <a:ext uri="{FF2B5EF4-FFF2-40B4-BE49-F238E27FC236}">
                      <a16:creationId xmlns:a16="http://schemas.microsoft.com/office/drawing/2014/main" id="{9D42048F-33AE-82CE-B36E-900A3AF42F31}"/>
                    </a:ext>
                  </a:extLst>
                </p14:cNvPr>
                <p14:cNvContentPartPr/>
                <p14:nvPr/>
              </p14:nvContentPartPr>
              <p14:xfrm>
                <a:off x="9892623" y="3286324"/>
                <a:ext cx="25200" cy="247680"/>
              </p14:xfrm>
            </p:contentPart>
          </mc:Choice>
          <mc:Fallback xmlns="">
            <p:pic>
              <p:nvPicPr>
                <p:cNvPr id="6255" name="Ink 6254">
                  <a:extLst>
                    <a:ext uri="{FF2B5EF4-FFF2-40B4-BE49-F238E27FC236}">
                      <a16:creationId xmlns:a16="http://schemas.microsoft.com/office/drawing/2014/main" id="{9D42048F-33AE-82CE-B36E-900A3AF42F3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874623" y="3268324"/>
                  <a:ext cx="608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256" name="Ink 6255">
                  <a:extLst>
                    <a:ext uri="{FF2B5EF4-FFF2-40B4-BE49-F238E27FC236}">
                      <a16:creationId xmlns:a16="http://schemas.microsoft.com/office/drawing/2014/main" id="{D8E2F1AC-EDBC-D338-83F2-93216F5FCC03}"/>
                    </a:ext>
                  </a:extLst>
                </p14:cNvPr>
                <p14:cNvContentPartPr/>
                <p14:nvPr/>
              </p14:nvContentPartPr>
              <p14:xfrm>
                <a:off x="9986583" y="3328084"/>
                <a:ext cx="155880" cy="280080"/>
              </p14:xfrm>
            </p:contentPart>
          </mc:Choice>
          <mc:Fallback xmlns="">
            <p:pic>
              <p:nvPicPr>
                <p:cNvPr id="6256" name="Ink 6255">
                  <a:extLst>
                    <a:ext uri="{FF2B5EF4-FFF2-40B4-BE49-F238E27FC236}">
                      <a16:creationId xmlns:a16="http://schemas.microsoft.com/office/drawing/2014/main" id="{D8E2F1AC-EDBC-D338-83F2-93216F5FCC0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968583" y="3310084"/>
                  <a:ext cx="191520" cy="31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63" name="Group 6262">
            <a:extLst>
              <a:ext uri="{FF2B5EF4-FFF2-40B4-BE49-F238E27FC236}">
                <a16:creationId xmlns:a16="http://schemas.microsoft.com/office/drawing/2014/main" id="{3409A66D-BA95-DBE4-AE81-8820FF1FCACA}"/>
              </a:ext>
            </a:extLst>
          </p:cNvPr>
          <p:cNvGrpSpPr/>
          <p:nvPr/>
        </p:nvGrpSpPr>
        <p:grpSpPr>
          <a:xfrm>
            <a:off x="9200983" y="4624200"/>
            <a:ext cx="689760" cy="443520"/>
            <a:chOff x="9200983" y="4624200"/>
            <a:chExt cx="689760" cy="44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258" name="Ink 6257">
                  <a:extLst>
                    <a:ext uri="{FF2B5EF4-FFF2-40B4-BE49-F238E27FC236}">
                      <a16:creationId xmlns:a16="http://schemas.microsoft.com/office/drawing/2014/main" id="{21973712-5B0A-20D4-173D-A72103ECB2E6}"/>
                    </a:ext>
                  </a:extLst>
                </p14:cNvPr>
                <p14:cNvContentPartPr/>
                <p14:nvPr/>
              </p14:nvContentPartPr>
              <p14:xfrm>
                <a:off x="9200983" y="4624200"/>
                <a:ext cx="109440" cy="362880"/>
              </p14:xfrm>
            </p:contentPart>
          </mc:Choice>
          <mc:Fallback xmlns="">
            <p:pic>
              <p:nvPicPr>
                <p:cNvPr id="6258" name="Ink 6257">
                  <a:extLst>
                    <a:ext uri="{FF2B5EF4-FFF2-40B4-BE49-F238E27FC236}">
                      <a16:creationId xmlns:a16="http://schemas.microsoft.com/office/drawing/2014/main" id="{21973712-5B0A-20D4-173D-A72103ECB2E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183343" y="4606200"/>
                  <a:ext cx="14508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259" name="Ink 6258">
                  <a:extLst>
                    <a:ext uri="{FF2B5EF4-FFF2-40B4-BE49-F238E27FC236}">
                      <a16:creationId xmlns:a16="http://schemas.microsoft.com/office/drawing/2014/main" id="{48779693-96DE-38D4-47BC-03A59DBC8072}"/>
                    </a:ext>
                  </a:extLst>
                </p14:cNvPr>
                <p14:cNvContentPartPr/>
                <p14:nvPr/>
              </p14:nvContentPartPr>
              <p14:xfrm>
                <a:off x="9328783" y="4754520"/>
                <a:ext cx="112320" cy="207360"/>
              </p14:xfrm>
            </p:contentPart>
          </mc:Choice>
          <mc:Fallback xmlns="">
            <p:pic>
              <p:nvPicPr>
                <p:cNvPr id="6259" name="Ink 6258">
                  <a:extLst>
                    <a:ext uri="{FF2B5EF4-FFF2-40B4-BE49-F238E27FC236}">
                      <a16:creationId xmlns:a16="http://schemas.microsoft.com/office/drawing/2014/main" id="{48779693-96DE-38D4-47BC-03A59DBC807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311143" y="4736880"/>
                  <a:ext cx="1479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6260" name="Ink 6259">
                  <a:extLst>
                    <a:ext uri="{FF2B5EF4-FFF2-40B4-BE49-F238E27FC236}">
                      <a16:creationId xmlns:a16="http://schemas.microsoft.com/office/drawing/2014/main" id="{01BC769B-961C-98DF-5B5A-6665BB09E521}"/>
                    </a:ext>
                  </a:extLst>
                </p14:cNvPr>
                <p14:cNvContentPartPr/>
                <p14:nvPr/>
              </p14:nvContentPartPr>
              <p14:xfrm>
                <a:off x="9452623" y="4752720"/>
                <a:ext cx="105120" cy="231480"/>
              </p14:xfrm>
            </p:contentPart>
          </mc:Choice>
          <mc:Fallback xmlns="">
            <p:pic>
              <p:nvPicPr>
                <p:cNvPr id="6260" name="Ink 6259">
                  <a:extLst>
                    <a:ext uri="{FF2B5EF4-FFF2-40B4-BE49-F238E27FC236}">
                      <a16:creationId xmlns:a16="http://schemas.microsoft.com/office/drawing/2014/main" id="{01BC769B-961C-98DF-5B5A-6665BB09E52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434623" y="4735080"/>
                  <a:ext cx="1407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6261" name="Ink 6260">
                  <a:extLst>
                    <a:ext uri="{FF2B5EF4-FFF2-40B4-BE49-F238E27FC236}">
                      <a16:creationId xmlns:a16="http://schemas.microsoft.com/office/drawing/2014/main" id="{3E17392F-FC3F-934C-B997-524D3877AEAF}"/>
                    </a:ext>
                  </a:extLst>
                </p14:cNvPr>
                <p14:cNvContentPartPr/>
                <p14:nvPr/>
              </p14:nvContentPartPr>
              <p14:xfrm>
                <a:off x="9610303" y="4762080"/>
                <a:ext cx="170640" cy="195840"/>
              </p14:xfrm>
            </p:contentPart>
          </mc:Choice>
          <mc:Fallback xmlns="">
            <p:pic>
              <p:nvPicPr>
                <p:cNvPr id="6261" name="Ink 6260">
                  <a:extLst>
                    <a:ext uri="{FF2B5EF4-FFF2-40B4-BE49-F238E27FC236}">
                      <a16:creationId xmlns:a16="http://schemas.microsoft.com/office/drawing/2014/main" id="{3E17392F-FC3F-934C-B997-524D3877AEA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592663" y="4744080"/>
                  <a:ext cx="2062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6262" name="Ink 6261">
                  <a:extLst>
                    <a:ext uri="{FF2B5EF4-FFF2-40B4-BE49-F238E27FC236}">
                      <a16:creationId xmlns:a16="http://schemas.microsoft.com/office/drawing/2014/main" id="{AA3064B3-2A77-E4F5-D353-520FE623BEF5}"/>
                    </a:ext>
                  </a:extLst>
                </p14:cNvPr>
                <p14:cNvContentPartPr/>
                <p14:nvPr/>
              </p14:nvContentPartPr>
              <p14:xfrm>
                <a:off x="9696343" y="4632840"/>
                <a:ext cx="194400" cy="434880"/>
              </p14:xfrm>
            </p:contentPart>
          </mc:Choice>
          <mc:Fallback xmlns="">
            <p:pic>
              <p:nvPicPr>
                <p:cNvPr id="6262" name="Ink 6261">
                  <a:extLst>
                    <a:ext uri="{FF2B5EF4-FFF2-40B4-BE49-F238E27FC236}">
                      <a16:creationId xmlns:a16="http://schemas.microsoft.com/office/drawing/2014/main" id="{AA3064B3-2A77-E4F5-D353-520FE623BEF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678343" y="4615200"/>
                  <a:ext cx="230040" cy="470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21416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D69FD-2D75-8512-18B8-191B61C03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6" y="2221992"/>
            <a:ext cx="4765594" cy="3739896"/>
          </a:xfrm>
        </p:spPr>
        <p:txBody>
          <a:bodyPr>
            <a:normAutofit/>
          </a:bodyPr>
          <a:lstStyle/>
          <a:p>
            <a:r>
              <a:rPr lang="de-CH" sz="2400" dirty="0">
                <a:latin typeface="Comic Sans MS" panose="030F0702030302020204" pitchFamily="66" charset="0"/>
              </a:rPr>
              <a:t>2 Wochen</a:t>
            </a:r>
          </a:p>
          <a:p>
            <a:r>
              <a:rPr lang="de-CH" sz="2400" dirty="0">
                <a:latin typeface="Comic Sans MS" panose="030F0702030302020204" pitchFamily="66" charset="0"/>
              </a:rPr>
              <a:t>Frontend als React Komponente mit simplem Textfeld </a:t>
            </a:r>
          </a:p>
          <a:p>
            <a:pPr marL="0" indent="0">
              <a:buNone/>
            </a:pPr>
            <a:endParaRPr lang="de-CH" sz="2400" dirty="0">
              <a:latin typeface="Comic Sans MS" panose="030F0702030302020204" pitchFamily="66" charset="0"/>
            </a:endParaRPr>
          </a:p>
          <a:p>
            <a:endParaRPr lang="en-CH" sz="2400" dirty="0">
              <a:latin typeface="Comic Sans MS" panose="030F0702030302020204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5E0D9F-509D-0DCE-FB6D-E25C6E8E80DC}"/>
              </a:ext>
            </a:extLst>
          </p:cNvPr>
          <p:cNvSpPr/>
          <p:nvPr/>
        </p:nvSpPr>
        <p:spPr>
          <a:xfrm>
            <a:off x="0" y="320675"/>
            <a:ext cx="12192000" cy="1187450"/>
          </a:xfrm>
          <a:prstGeom prst="rect">
            <a:avLst/>
          </a:prstGeom>
          <a:solidFill>
            <a:srgbClr val="23B7D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29C9A66-3BB2-6373-D6AF-2B7D05CD4677}"/>
              </a:ext>
            </a:extLst>
          </p:cNvPr>
          <p:cNvSpPr txBox="1">
            <a:spLocks/>
          </p:cNvSpPr>
          <p:nvPr/>
        </p:nvSpPr>
        <p:spPr>
          <a:xfrm>
            <a:off x="2738985" y="579406"/>
            <a:ext cx="4665115" cy="66998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z="3600" b="1" dirty="0">
                <a:solidFill>
                  <a:schemeClr val="bg1"/>
                </a:solidFill>
                <a:latin typeface="Comic Sans MS" panose="030F0702030302020204" pitchFamily="66" charset="0"/>
              </a:rPr>
              <a:t>Die 1. Iteration</a:t>
            </a:r>
            <a:endParaRPr lang="en-CH" sz="3600" b="1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pic>
        <p:nvPicPr>
          <p:cNvPr id="4098" name="Picture 2" descr="It ain't much, but it's honest work - Wikidata">
            <a:extLst>
              <a:ext uri="{FF2B5EF4-FFF2-40B4-BE49-F238E27FC236}">
                <a16:creationId xmlns:a16="http://schemas.microsoft.com/office/drawing/2014/main" id="{BC51BFE1-2740-6A2E-EE29-715C0928F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165" y="1816024"/>
            <a:ext cx="5704197" cy="3623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164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BED89-BCCE-B289-181C-19FDE008E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7E0F2-6BAA-7A11-7412-A3CC2587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6A970-7F67-049C-92E2-F62F8277E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/>
          </a:p>
        </p:txBody>
      </p:sp>
      <p:pic>
        <p:nvPicPr>
          <p:cNvPr id="2050" name="Picture 2" descr="Joker Hospital Scene - The Dark Knight (2008) Movie Clip HD">
            <a:extLst>
              <a:ext uri="{FF2B5EF4-FFF2-40B4-BE49-F238E27FC236}">
                <a16:creationId xmlns:a16="http://schemas.microsoft.com/office/drawing/2014/main" id="{9431BD63-B6A5-B7E0-6839-5B80B097B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97574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3A25B8A-BBD6-F2D4-D69D-93BCF24B964D}"/>
              </a:ext>
            </a:extLst>
          </p:cNvPr>
          <p:cNvSpPr/>
          <p:nvPr/>
        </p:nvSpPr>
        <p:spPr>
          <a:xfrm>
            <a:off x="0" y="320675"/>
            <a:ext cx="12192000" cy="1187450"/>
          </a:xfrm>
          <a:prstGeom prst="rect">
            <a:avLst/>
          </a:prstGeom>
          <a:solidFill>
            <a:srgbClr val="23B7D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3657FF-042C-8531-2690-4826F02C7A8D}"/>
              </a:ext>
            </a:extLst>
          </p:cNvPr>
          <p:cNvSpPr txBox="1">
            <a:spLocks/>
          </p:cNvSpPr>
          <p:nvPr/>
        </p:nvSpPr>
        <p:spPr>
          <a:xfrm>
            <a:off x="3103550" y="617509"/>
            <a:ext cx="5504683" cy="66998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z="3600" b="1" dirty="0">
                <a:solidFill>
                  <a:schemeClr val="bg1"/>
                </a:solidFill>
                <a:latin typeface="Comic Sans MS" panose="030F0702030302020204" pitchFamily="66" charset="0"/>
              </a:rPr>
              <a:t>Danke fürs zuhören</a:t>
            </a:r>
            <a:endParaRPr lang="en-CH" sz="3600" b="1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AutoShape 4" descr="Emoji PNG Transparent Images Free Download | Vector Files | Pngtree">
            <a:extLst>
              <a:ext uri="{FF2B5EF4-FFF2-40B4-BE49-F238E27FC236}">
                <a16:creationId xmlns:a16="http://schemas.microsoft.com/office/drawing/2014/main" id="{8D3C9563-B220-C68D-B1C1-B291829A6E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1801837"/>
            <a:ext cx="1779563" cy="17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H"/>
          </a:p>
        </p:txBody>
      </p:sp>
      <p:sp>
        <p:nvSpPr>
          <p:cNvPr id="7" name="AutoShape 6" descr="Emoji PNG Transparent Images Free Download | Vector Files | Pngtree">
            <a:extLst>
              <a:ext uri="{FF2B5EF4-FFF2-40B4-BE49-F238E27FC236}">
                <a16:creationId xmlns:a16="http://schemas.microsoft.com/office/drawing/2014/main" id="{2A0E268F-E2F0-C692-0EE4-F257BC3823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H"/>
          </a:p>
        </p:txBody>
      </p:sp>
      <p:pic>
        <p:nvPicPr>
          <p:cNvPr id="10" name="Picture 4" descr="Shrek Smiling Men's T-Shirt - X-Large / Navy Blue">
            <a:extLst>
              <a:ext uri="{FF2B5EF4-FFF2-40B4-BE49-F238E27FC236}">
                <a16:creationId xmlns:a16="http://schemas.microsoft.com/office/drawing/2014/main" id="{5D70CC1B-F15F-A471-5BB6-25687EAA6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71667">
            <a:off x="7544530" y="-464391"/>
            <a:ext cx="4559112" cy="455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Shrek Smiling Men's T-Shirt - X-Large / Navy Blue">
            <a:extLst>
              <a:ext uri="{FF2B5EF4-FFF2-40B4-BE49-F238E27FC236}">
                <a16:creationId xmlns:a16="http://schemas.microsoft.com/office/drawing/2014/main" id="{A04145EA-DE27-87DC-9FF5-06EDAD4FC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28747">
            <a:off x="-131788" y="-244243"/>
            <a:ext cx="4559112" cy="455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165983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</TotalTime>
  <Words>130</Words>
  <Application>Microsoft Office PowerPoint</Application>
  <PresentationFormat>Widescreen</PresentationFormat>
  <Paragraphs>26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Calisto MT</vt:lpstr>
      <vt:lpstr>Comic Sans MS</vt:lpstr>
      <vt:lpstr>Univers Condensed</vt:lpstr>
      <vt:lpstr>ChronicleVTI</vt:lpstr>
      <vt:lpstr>PowerPoint Presentation</vt:lpstr>
      <vt:lpstr>Das Team</vt:lpstr>
      <vt:lpstr>PowerPoint Presentation</vt:lpstr>
      <vt:lpstr>Das Projekt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Elia Kälin</dc:creator>
  <cp:lastModifiedBy>Elia Kälin</cp:lastModifiedBy>
  <cp:revision>1</cp:revision>
  <dcterms:created xsi:type="dcterms:W3CDTF">2026-03-03T18:09:13Z</dcterms:created>
  <dcterms:modified xsi:type="dcterms:W3CDTF">2026-03-04T12:03:49Z</dcterms:modified>
</cp:coreProperties>
</file>